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1" r:id="rId9"/>
    <p:sldId id="302" r:id="rId10"/>
    <p:sldId id="303" r:id="rId11"/>
    <p:sldId id="277" r:id="rId12"/>
    <p:sldId id="267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530"/>
    <p:restoredTop sz="96405"/>
  </p:normalViewPr>
  <p:slideViewPr>
    <p:cSldViewPr snapToGrid="0">
      <p:cViewPr varScale="1">
        <p:scale>
          <a:sx n="66" d="100"/>
          <a:sy n="66" d="100"/>
        </p:scale>
        <p:origin x="1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13395-B4B1-205C-5B66-0E031BC38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A94D4D-A2DF-49CE-F18E-0D9B34EC6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603E97-C921-1DB5-568C-49729A96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D193B9-3E4B-FC1A-B3D8-6230836F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50F1D9-EDC4-32B2-F941-48225B09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334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F5327-07D6-A75A-A380-5FA03586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BADA8B-BDBA-1CEE-D6E0-CC153BAB2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A510AD-9F6E-51C9-58C7-84DB9770F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E83945-A83D-0B22-A8D4-93B37756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0AA054-EFC4-DF2A-70B1-7F430CB8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81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71587-B809-BB75-78FE-56FBD637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DCF2DF-92FD-CF4A-ED8F-551C6F40F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E496C7-69C9-CF11-0237-5563E8923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BFBEFE-BA35-FBA9-6235-7F1822B8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F176FF-88C7-6A36-0BAE-D0C19EBE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3574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CC18D-58DD-3A75-FDF8-1BB3234A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8D9671-CF4C-D50B-1B41-DD5CD3463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376AB8-618A-928A-6FAE-732F99F32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F713E5-5809-681B-7AAA-DA39D778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E0BA76-929E-88E6-ABC3-00BD83F1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4C75FD-4F91-5393-CA4D-01775879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172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826A0-281D-A117-96D8-19AB12CEC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7F80D0-B444-4A66-7FFA-9FF74B7DC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5B62C3-D7C3-9432-7497-1A0C777A9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153A44-FE7B-BA1E-505F-F0C532600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5F341A9-7D50-38D4-6A97-82111E869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AF51A5F-1E21-EB67-01B5-B84D176BC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52FFD7-3C20-80DE-BEEB-0F1CDCEB6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A38DF4-BE95-C7F1-49B5-F101933F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061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59B3E-6748-D72E-664E-C5990305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884CF94-D397-5882-6255-EFB19173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0028FF-DFEB-A1A0-AE34-2AFFF742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C144AD-4EDF-E576-B101-74B39152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873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669C33-4285-F6A8-6F90-E93B5FF1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D61F4-C29B-BD9F-3CF6-0B8C3B53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496331-F83F-B807-E4A1-EC1D6830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291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31028-29A5-E719-5542-83503022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57F98B-BC8C-4917-5998-83B27D6C3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F1D7C6-CBDD-0180-AFB9-532D6CF8A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633B00-E6D8-2DC1-3281-EE3BF683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D4332A-8F31-2245-0D89-216148D9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523499-427E-E525-645A-CF36D614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9440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E428A-EEAE-CFED-9D95-75B1B080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27DA53-3DE0-569F-96BA-056BF922F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277A2A-DB42-A490-0635-F91B16052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488CB1-664C-4A00-851A-43E794FC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8AAD82-B59F-EC7E-5E27-1AA87243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B9995A-C673-F8F9-D845-81D0F8A8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093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C31A5-689B-5EB8-E807-3687630D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434E4F-1DB2-EA3B-A8E6-48BA2816A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A1ACF4-78B6-5231-219E-D3EC4B6B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DAC238-BEDF-E813-12EC-2E234759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1CB331-569E-4505-8F10-02BD036B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276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EC576A-C00F-7D0B-3F4D-95B48BC13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45B67F-05CE-2F2A-6006-F81750CE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6EB0C8-EA7A-C19B-274C-E2384591D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6084D-F86A-31BB-E0B8-F06DE70D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D63636-8410-DB5B-FE4B-EECAABBF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150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3040A4-BDB9-A560-677C-2E4401CD1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561339-14C9-B557-AC8C-9288AC42B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C1963F-2927-A1FB-3C13-579C2CE40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12D6-7041-4444-B25B-0A2F2598D75D}" type="datetimeFigureOut">
              <a:rPr lang="es-MX" smtClean="0"/>
              <a:t>24/06/2025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87A2DC-4227-FD0A-52E5-42B71D04F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17AFFA-DB14-AF3C-F1B6-968E72D30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A1926-90A1-E946-9062-AEAC6AA12E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507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ubspot.es/products/get-started?hubs_content=www.hubspot.es&amp;hubs_content-cta=homepage-hero-cta&amp;__hstc=20629287.da22352adbf7d4e0e011ccae591b5549.1664843496075.1665684412675.1666113986004.7&amp;__hssc=20629287.1.1666113986004&amp;__hsfp=670371226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81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19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0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80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12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76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06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B575482-9453-A4DC-84CB-872268C294A8}"/>
              </a:ext>
            </a:extLst>
          </p:cNvPr>
          <p:cNvSpPr txBox="1"/>
          <p:nvPr/>
        </p:nvSpPr>
        <p:spPr>
          <a:xfrm>
            <a:off x="3034991" y="1802430"/>
            <a:ext cx="612201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de TAM)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DB71A6-8F6B-4BEF-3A35-3DFA4B07C60E}"/>
              </a:ext>
            </a:extLst>
          </p:cNvPr>
          <p:cNvSpPr txBox="1"/>
          <p:nvPr/>
        </p:nvSpPr>
        <p:spPr>
          <a:xfrm>
            <a:off x="3031277" y="2913832"/>
            <a:ext cx="612201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de SAM)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A61524-6CE8-8889-528E-D072861A2F54}"/>
              </a:ext>
            </a:extLst>
          </p:cNvPr>
          <p:cNvSpPr txBox="1"/>
          <p:nvPr/>
        </p:nvSpPr>
        <p:spPr>
          <a:xfrm>
            <a:off x="3027560" y="3802210"/>
            <a:ext cx="6122018" cy="7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de SOM)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415536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B575482-9453-A4DC-84CB-872268C294A8}"/>
              </a:ext>
            </a:extLst>
          </p:cNvPr>
          <p:cNvSpPr txBox="1"/>
          <p:nvPr/>
        </p:nvSpPr>
        <p:spPr>
          <a:xfrm>
            <a:off x="3034991" y="1802430"/>
            <a:ext cx="612201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de TAM)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DB71A6-8F6B-4BEF-3A35-3DFA4B07C60E}"/>
              </a:ext>
            </a:extLst>
          </p:cNvPr>
          <p:cNvSpPr txBox="1"/>
          <p:nvPr/>
        </p:nvSpPr>
        <p:spPr>
          <a:xfrm>
            <a:off x="3031277" y="2913832"/>
            <a:ext cx="612201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de SAM)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A61524-6CE8-8889-528E-D072861A2F54}"/>
              </a:ext>
            </a:extLst>
          </p:cNvPr>
          <p:cNvSpPr txBox="1"/>
          <p:nvPr/>
        </p:nvSpPr>
        <p:spPr>
          <a:xfrm>
            <a:off x="3027560" y="3802210"/>
            <a:ext cx="6122018" cy="7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de SOM)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263268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B575482-9453-A4DC-84CB-872268C294A8}"/>
              </a:ext>
            </a:extLst>
          </p:cNvPr>
          <p:cNvSpPr txBox="1"/>
          <p:nvPr/>
        </p:nvSpPr>
        <p:spPr>
          <a:xfrm>
            <a:off x="3034991" y="1802430"/>
            <a:ext cx="612201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de TAM)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BDB71A6-8F6B-4BEF-3A35-3DFA4B07C60E}"/>
              </a:ext>
            </a:extLst>
          </p:cNvPr>
          <p:cNvSpPr txBox="1"/>
          <p:nvPr/>
        </p:nvSpPr>
        <p:spPr>
          <a:xfrm>
            <a:off x="3031277" y="2913832"/>
            <a:ext cx="612201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de SAM)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A61524-6CE8-8889-528E-D072861A2F54}"/>
              </a:ext>
            </a:extLst>
          </p:cNvPr>
          <p:cNvSpPr txBox="1"/>
          <p:nvPr/>
        </p:nvSpPr>
        <p:spPr>
          <a:xfrm>
            <a:off x="3027560" y="3802210"/>
            <a:ext cx="6122018" cy="7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(Escribe el valor </a:t>
            </a:r>
          </a:p>
          <a:p>
            <a:pPr algn="ctr">
              <a:lnSpc>
                <a:spcPct val="115000"/>
              </a:lnSpc>
              <a:buClr>
                <a:srgbClr val="000000"/>
              </a:buClr>
              <a:buSzPts val="1400"/>
            </a:pPr>
            <a:r>
              <a:rPr lang="es-MX" b="1" dirty="0">
                <a:solidFill>
                  <a:schemeClr val="bg1"/>
                </a:solidFill>
                <a:ea typeface="Lexend Deca"/>
                <a:cs typeface="Lexend Deca"/>
                <a:sym typeface="Lexend Deca"/>
              </a:rPr>
              <a:t>de SOM)</a:t>
            </a:r>
            <a:endParaRPr lang="es-MX" sz="3200" b="1" dirty="0">
              <a:solidFill>
                <a:schemeClr val="bg1"/>
              </a:solidFill>
              <a:ea typeface="Lexend Deca"/>
              <a:cs typeface="Lexend Deca"/>
              <a:sym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2054592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498ECFCF-F1C2-1A93-B044-3EE9D6F8F3AC}"/>
              </a:ext>
            </a:extLst>
          </p:cNvPr>
          <p:cNvSpPr/>
          <p:nvPr/>
        </p:nvSpPr>
        <p:spPr>
          <a:xfrm>
            <a:off x="3041780" y="5243804"/>
            <a:ext cx="5654351" cy="970384"/>
          </a:xfrm>
          <a:prstGeom prst="rect">
            <a:avLst/>
          </a:prstGeom>
          <a:solidFill>
            <a:srgbClr val="FF5E31"/>
          </a:solidFill>
          <a:ln>
            <a:solidFill>
              <a:srgbClr val="FF5E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5F5BFDE-CB64-7F6B-0E70-173FF145CBFC}"/>
              </a:ext>
            </a:extLst>
          </p:cNvPr>
          <p:cNvSpPr txBox="1"/>
          <p:nvPr/>
        </p:nvSpPr>
        <p:spPr>
          <a:xfrm>
            <a:off x="3779953" y="5452652"/>
            <a:ext cx="4329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Comenzar </a:t>
            </a:r>
            <a:r>
              <a:rPr lang="es-MX" sz="28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gratis ahora</a:t>
            </a:r>
            <a:r>
              <a:rPr lang="es-MX" sz="2800">
                <a:solidFill>
                  <a:schemeClr val="bg1"/>
                </a:solidFill>
              </a:rPr>
              <a:t> </a:t>
            </a:r>
            <a:endParaRPr lang="es-MX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515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1901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66</Words>
  <Application>Microsoft Office PowerPoint</Application>
  <PresentationFormat>Panorámica</PresentationFormat>
  <Paragraphs>13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Lexend Deca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Pilar Valenzuela</cp:lastModifiedBy>
  <cp:revision>3</cp:revision>
  <dcterms:created xsi:type="dcterms:W3CDTF">2023-02-16T18:47:55Z</dcterms:created>
  <dcterms:modified xsi:type="dcterms:W3CDTF">2025-06-24T04:39:56Z</dcterms:modified>
</cp:coreProperties>
</file>