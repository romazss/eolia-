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embeddedFontLst>
    <p:embeddedFont>
      <p:font typeface="Lexend Deca" panose="020B0604020202020204" charset="0"/>
      <p:regular r:id="rId12"/>
      <p:bold r:id="rId13"/>
    </p:embeddedFont>
    <p:embeddedFont>
      <p:font typeface="Lexend Deca Light" panose="020B0604020202020204" charset="0"/>
      <p:regular r:id="rId14"/>
      <p:bold r:id="rId15"/>
    </p:embeddedFont>
    <p:embeddedFont>
      <p:font typeface="Lexend Deca SemiBold" panose="020B0604020202020204" charset="0"/>
      <p:regular r:id="rId16"/>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j/qxwxNVF1A61w2Pn6iSHoulRz6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644512-6332-419D-8F2B-594215A052DF}" v="3" dt="2025-11-10T20:32:11.5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820"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5.fntdata"/><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lar Valenzuela" userId="ca3009c5d963fe32" providerId="LiveId" clId="{92BC5AC9-95AF-401B-82A1-0159C75D2B6C}"/>
    <pc:docChg chg="custSel modSld">
      <pc:chgData name="Pilar Valenzuela" userId="ca3009c5d963fe32" providerId="LiveId" clId="{92BC5AC9-95AF-401B-82A1-0159C75D2B6C}" dt="2025-11-10T20:32:22.930" v="6" actId="790"/>
      <pc:docMkLst>
        <pc:docMk/>
      </pc:docMkLst>
      <pc:sldChg chg="delSp modSp mod">
        <pc:chgData name="Pilar Valenzuela" userId="ca3009c5d963fe32" providerId="LiveId" clId="{92BC5AC9-95AF-401B-82A1-0159C75D2B6C}" dt="2025-11-10T20:32:22.930" v="6" actId="790"/>
        <pc:sldMkLst>
          <pc:docMk/>
          <pc:sldMk cId="0" sldId="259"/>
        </pc:sldMkLst>
        <pc:spChg chg="del">
          <ac:chgData name="Pilar Valenzuela" userId="ca3009c5d963fe32" providerId="LiveId" clId="{92BC5AC9-95AF-401B-82A1-0159C75D2B6C}" dt="2025-11-10T20:30:26.044" v="0" actId="478"/>
          <ac:spMkLst>
            <pc:docMk/>
            <pc:sldMk cId="0" sldId="259"/>
            <ac:spMk id="66" creationId="{00000000-0000-0000-0000-000000000000}"/>
          </ac:spMkLst>
        </pc:spChg>
        <pc:spChg chg="mod">
          <ac:chgData name="Pilar Valenzuela" userId="ca3009c5d963fe32" providerId="LiveId" clId="{92BC5AC9-95AF-401B-82A1-0159C75D2B6C}" dt="2025-11-10T20:32:22.930" v="6" actId="790"/>
          <ac:spMkLst>
            <pc:docMk/>
            <pc:sldMk cId="0" sldId="259"/>
            <ac:spMk id="76" creationId="{00000000-0000-0000-0000-000000000000}"/>
          </ac:spMkLst>
        </pc:spChg>
        <pc:spChg chg="mod">
          <ac:chgData name="Pilar Valenzuela" userId="ca3009c5d963fe32" providerId="LiveId" clId="{92BC5AC9-95AF-401B-82A1-0159C75D2B6C}" dt="2025-11-10T20:32:22.930" v="6" actId="790"/>
          <ac:spMkLst>
            <pc:docMk/>
            <pc:sldMk cId="0" sldId="259"/>
            <ac:spMk id="85" creationId="{00000000-0000-0000-0000-000000000000}"/>
          </ac:spMkLst>
        </pc:spChg>
        <pc:spChg chg="mod">
          <ac:chgData name="Pilar Valenzuela" userId="ca3009c5d963fe32" providerId="LiveId" clId="{92BC5AC9-95AF-401B-82A1-0159C75D2B6C}" dt="2025-11-10T20:32:22.930" v="6" actId="790"/>
          <ac:spMkLst>
            <pc:docMk/>
            <pc:sldMk cId="0" sldId="259"/>
            <ac:spMk id="90" creationId="{00000000-0000-0000-0000-000000000000}"/>
          </ac:spMkLst>
        </pc:spChg>
        <pc:spChg chg="mod">
          <ac:chgData name="Pilar Valenzuela" userId="ca3009c5d963fe32" providerId="LiveId" clId="{92BC5AC9-95AF-401B-82A1-0159C75D2B6C}" dt="2025-11-10T20:32:22.930" v="6" actId="790"/>
          <ac:spMkLst>
            <pc:docMk/>
            <pc:sldMk cId="0" sldId="259"/>
            <ac:spMk id="94" creationId="{00000000-0000-0000-0000-000000000000}"/>
          </ac:spMkLst>
        </pc:spChg>
        <pc:spChg chg="mod">
          <ac:chgData name="Pilar Valenzuela" userId="ca3009c5d963fe32" providerId="LiveId" clId="{92BC5AC9-95AF-401B-82A1-0159C75D2B6C}" dt="2025-11-10T20:32:22.930" v="6" actId="790"/>
          <ac:spMkLst>
            <pc:docMk/>
            <pc:sldMk cId="0" sldId="259"/>
            <ac:spMk id="98" creationId="{00000000-0000-0000-0000-000000000000}"/>
          </ac:spMkLst>
        </pc:spChg>
        <pc:spChg chg="mod">
          <ac:chgData name="Pilar Valenzuela" userId="ca3009c5d963fe32" providerId="LiveId" clId="{92BC5AC9-95AF-401B-82A1-0159C75D2B6C}" dt="2025-11-10T20:32:22.930" v="6" actId="790"/>
          <ac:spMkLst>
            <pc:docMk/>
            <pc:sldMk cId="0" sldId="259"/>
            <ac:spMk id="103" creationId="{00000000-0000-0000-0000-000000000000}"/>
          </ac:spMkLst>
        </pc:spChg>
        <pc:spChg chg="mod">
          <ac:chgData name="Pilar Valenzuela" userId="ca3009c5d963fe32" providerId="LiveId" clId="{92BC5AC9-95AF-401B-82A1-0159C75D2B6C}" dt="2025-11-10T20:32:22.930" v="6" actId="790"/>
          <ac:spMkLst>
            <pc:docMk/>
            <pc:sldMk cId="0" sldId="259"/>
            <ac:spMk id="104" creationId="{00000000-0000-0000-0000-000000000000}"/>
          </ac:spMkLst>
        </pc:spChg>
        <pc:spChg chg="mod">
          <ac:chgData name="Pilar Valenzuela" userId="ca3009c5d963fe32" providerId="LiveId" clId="{92BC5AC9-95AF-401B-82A1-0159C75D2B6C}" dt="2025-11-10T20:32:22.930" v="6" actId="790"/>
          <ac:spMkLst>
            <pc:docMk/>
            <pc:sldMk cId="0" sldId="259"/>
            <ac:spMk id="106" creationId="{00000000-0000-0000-0000-000000000000}"/>
          </ac:spMkLst>
        </pc:spChg>
        <pc:spChg chg="mod">
          <ac:chgData name="Pilar Valenzuela" userId="ca3009c5d963fe32" providerId="LiveId" clId="{92BC5AC9-95AF-401B-82A1-0159C75D2B6C}" dt="2025-11-10T20:32:22.930" v="6" actId="790"/>
          <ac:spMkLst>
            <pc:docMk/>
            <pc:sldMk cId="0" sldId="259"/>
            <ac:spMk id="108" creationId="{00000000-0000-0000-0000-000000000000}"/>
          </ac:spMkLst>
        </pc:spChg>
        <pc:spChg chg="mod">
          <ac:chgData name="Pilar Valenzuela" userId="ca3009c5d963fe32" providerId="LiveId" clId="{92BC5AC9-95AF-401B-82A1-0159C75D2B6C}" dt="2025-11-10T20:32:22.930" v="6" actId="790"/>
          <ac:spMkLst>
            <pc:docMk/>
            <pc:sldMk cId="0" sldId="259"/>
            <ac:spMk id="109" creationId="{00000000-0000-0000-0000-000000000000}"/>
          </ac:spMkLst>
        </pc:spChg>
        <pc:spChg chg="del mod">
          <ac:chgData name="Pilar Valenzuela" userId="ca3009c5d963fe32" providerId="LiveId" clId="{92BC5AC9-95AF-401B-82A1-0159C75D2B6C}" dt="2025-11-10T20:30:42.187" v="5" actId="478"/>
          <ac:spMkLst>
            <pc:docMk/>
            <pc:sldMk cId="0" sldId="259"/>
            <ac:spMk id="112" creationId="{00000000-0000-0000-0000-000000000000}"/>
          </ac:spMkLst>
        </pc:spChg>
        <pc:spChg chg="del">
          <ac:chgData name="Pilar Valenzuela" userId="ca3009c5d963fe32" providerId="LiveId" clId="{92BC5AC9-95AF-401B-82A1-0159C75D2B6C}" dt="2025-11-10T20:30:33.627" v="2" actId="478"/>
          <ac:spMkLst>
            <pc:docMk/>
            <pc:sldMk cId="0" sldId="259"/>
            <ac:spMk id="113" creationId="{00000000-0000-0000-0000-000000000000}"/>
          </ac:spMkLst>
        </pc:spChg>
        <pc:spChg chg="del">
          <ac:chgData name="Pilar Valenzuela" userId="ca3009c5d963fe32" providerId="LiveId" clId="{92BC5AC9-95AF-401B-82A1-0159C75D2B6C}" dt="2025-11-10T20:30:33.627" v="2" actId="478"/>
          <ac:spMkLst>
            <pc:docMk/>
            <pc:sldMk cId="0" sldId="259"/>
            <ac:spMk id="114" creationId="{00000000-0000-0000-0000-000000000000}"/>
          </ac:spMkLst>
        </pc:spChg>
        <pc:spChg chg="del">
          <ac:chgData name="Pilar Valenzuela" userId="ca3009c5d963fe32" providerId="LiveId" clId="{92BC5AC9-95AF-401B-82A1-0159C75D2B6C}" dt="2025-11-10T20:30:33.627" v="2" actId="478"/>
          <ac:spMkLst>
            <pc:docMk/>
            <pc:sldMk cId="0" sldId="259"/>
            <ac:spMk id="115" creationId="{00000000-0000-0000-0000-000000000000}"/>
          </ac:spMkLst>
        </pc:spChg>
        <pc:spChg chg="del">
          <ac:chgData name="Pilar Valenzuela" userId="ca3009c5d963fe32" providerId="LiveId" clId="{92BC5AC9-95AF-401B-82A1-0159C75D2B6C}" dt="2025-11-10T20:30:30.628" v="1" actId="478"/>
          <ac:spMkLst>
            <pc:docMk/>
            <pc:sldMk cId="0" sldId="259"/>
            <ac:spMk id="116" creationId="{00000000-0000-0000-0000-000000000000}"/>
          </ac:spMkLst>
        </pc:spChg>
        <pc:picChg chg="del">
          <ac:chgData name="Pilar Valenzuela" userId="ca3009c5d963fe32" providerId="LiveId" clId="{92BC5AC9-95AF-401B-82A1-0159C75D2B6C}" dt="2025-11-10T20:30:36.130" v="3" actId="478"/>
          <ac:picMkLst>
            <pc:docMk/>
            <pc:sldMk cId="0" sldId="259"/>
            <ac:picMk id="117" creationId="{00000000-0000-0000-0000-000000000000}"/>
          </ac:picMkLst>
        </pc:picChg>
        <pc:picChg chg="del">
          <ac:chgData name="Pilar Valenzuela" userId="ca3009c5d963fe32" providerId="LiveId" clId="{92BC5AC9-95AF-401B-82A1-0159C75D2B6C}" dt="2025-11-10T20:30:33.627" v="2" actId="478"/>
          <ac:picMkLst>
            <pc:docMk/>
            <pc:sldMk cId="0" sldId="259"/>
            <ac:picMk id="118" creationId="{00000000-0000-0000-0000-000000000000}"/>
          </ac:picMkLst>
        </pc:picChg>
        <pc:picChg chg="del">
          <ac:chgData name="Pilar Valenzuela" userId="ca3009c5d963fe32" providerId="LiveId" clId="{92BC5AC9-95AF-401B-82A1-0159C75D2B6C}" dt="2025-11-10T20:30:33.627" v="2" actId="478"/>
          <ac:picMkLst>
            <pc:docMk/>
            <pc:sldMk cId="0" sldId="259"/>
            <ac:picMk id="119" creationId="{00000000-0000-0000-0000-000000000000}"/>
          </ac:picMkLst>
        </pc:picChg>
        <pc:picChg chg="del">
          <ac:chgData name="Pilar Valenzuela" userId="ca3009c5d963fe32" providerId="LiveId" clId="{92BC5AC9-95AF-401B-82A1-0159C75D2B6C}" dt="2025-11-10T20:30:33.627" v="2" actId="478"/>
          <ac:picMkLst>
            <pc:docMk/>
            <pc:sldMk cId="0" sldId="259"/>
            <ac:picMk id="120"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L"/>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6f0094208a_0_0:notes"/>
          <p:cNvSpPr>
            <a:spLocks noGrp="1" noRot="1" noChangeAspect="1"/>
          </p:cNvSpPr>
          <p:nvPr>
            <p:ph type="sldImg" idx="2"/>
          </p:nvPr>
        </p:nvSpPr>
        <p:spPr>
          <a:xfrm>
            <a:off x="28575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CL"/>
          </a:p>
        </p:txBody>
      </p:sp>
      <p:sp>
        <p:nvSpPr>
          <p:cNvPr id="24" name="Google Shape;24;g36f0094208a_0_0:notes"/>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g36f0094208a_0_7:notes"/>
          <p:cNvSpPr>
            <a:spLocks noGrp="1" noRot="1" noChangeAspect="1"/>
          </p:cNvSpPr>
          <p:nvPr>
            <p:ph type="sldImg" idx="2"/>
          </p:nvPr>
        </p:nvSpPr>
        <p:spPr>
          <a:xfrm>
            <a:off x="28575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CL"/>
          </a:p>
        </p:txBody>
      </p:sp>
      <p:sp>
        <p:nvSpPr>
          <p:cNvPr id="31" name="Google Shape;31;g36f0094208a_0_7:notes"/>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6f0094208a_0_30:notes"/>
          <p:cNvSpPr>
            <a:spLocks noGrp="1" noRot="1" noChangeAspect="1"/>
          </p:cNvSpPr>
          <p:nvPr>
            <p:ph type="sldImg" idx="2"/>
          </p:nvPr>
        </p:nvSpPr>
        <p:spPr>
          <a:xfrm>
            <a:off x="28575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CL"/>
          </a:p>
        </p:txBody>
      </p:sp>
      <p:sp>
        <p:nvSpPr>
          <p:cNvPr id="54" name="Google Shape;54;g36f0094208a_0_30:notes"/>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L"/>
          </a:p>
        </p:txBody>
      </p:sp>
      <p:sp>
        <p:nvSpPr>
          <p:cNvPr id="62" name="Google Shape;6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 name="Google Shape;6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L"/>
          </a:p>
        </p:txBody>
      </p:sp>
      <p:sp>
        <p:nvSpPr>
          <p:cNvPr id="123" name="Google Shape;12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L"/>
          </a:p>
        </p:txBody>
      </p:sp>
      <p:sp>
        <p:nvSpPr>
          <p:cNvPr id="186" name="Google Shape;18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6f0094208a_0_202:notes"/>
          <p:cNvSpPr>
            <a:spLocks noGrp="1" noRot="1" noChangeAspect="1"/>
          </p:cNvSpPr>
          <p:nvPr>
            <p:ph type="sldImg" idx="2"/>
          </p:nvPr>
        </p:nvSpPr>
        <p:spPr>
          <a:xfrm>
            <a:off x="28575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CL"/>
          </a:p>
        </p:txBody>
      </p:sp>
      <p:sp>
        <p:nvSpPr>
          <p:cNvPr id="252" name="Google Shape;252;g36f0094208a_0_202:notes"/>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6f0094208a_0_214:notes"/>
          <p:cNvSpPr>
            <a:spLocks noGrp="1" noRot="1" noChangeAspect="1"/>
          </p:cNvSpPr>
          <p:nvPr>
            <p:ph type="sldImg" idx="2"/>
          </p:nvPr>
        </p:nvSpPr>
        <p:spPr>
          <a:xfrm>
            <a:off x="28575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CL"/>
          </a:p>
        </p:txBody>
      </p:sp>
      <p:sp>
        <p:nvSpPr>
          <p:cNvPr id="260" name="Google Shape;260;g36f0094208a_0_214:notes"/>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6f0094208a_0_237:notes"/>
          <p:cNvSpPr>
            <a:spLocks noGrp="1" noRot="1" noChangeAspect="1"/>
          </p:cNvSpPr>
          <p:nvPr>
            <p:ph type="sldImg" idx="2"/>
          </p:nvPr>
        </p:nvSpPr>
        <p:spPr>
          <a:xfrm>
            <a:off x="28575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CL"/>
          </a:p>
        </p:txBody>
      </p:sp>
      <p:sp>
        <p:nvSpPr>
          <p:cNvPr id="297" name="Google Shape;297;g36f0094208a_0_237:notes"/>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g36f0094208a_0_8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3" name="Google Shape;13;g36f0094208a_0_8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 name="Google Shape;14;g36f0094208a_0_8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g36f0094208a_0_8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g36f0094208a_0_8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8" name="Google Shape;18;g36f0094208a_0_8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
        <p:cNvGrpSpPr/>
        <p:nvPr/>
      </p:nvGrpSpPr>
      <p:grpSpPr>
        <a:xfrm>
          <a:off x="0" y="0"/>
          <a:ext cx="0" cy="0"/>
          <a:chOff x="0" y="0"/>
          <a:chExt cx="0" cy="0"/>
        </a:xfrm>
      </p:grpSpPr>
      <p:sp>
        <p:nvSpPr>
          <p:cNvPr id="20" name="Google Shape;20;g36f0094208a_0_19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1" name="Google Shape;21;g36f0094208a_0_19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www.hubspot.es/products/crm/starter?hubs_post=cta=pdf"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4EA"/>
        </a:solidFill>
        <a:effectLst/>
      </p:bgPr>
    </p:bg>
    <p:spTree>
      <p:nvGrpSpPr>
        <p:cNvPr id="1" name="Shape 25"/>
        <p:cNvGrpSpPr/>
        <p:nvPr/>
      </p:nvGrpSpPr>
      <p:grpSpPr>
        <a:xfrm>
          <a:off x="0" y="0"/>
          <a:ext cx="0" cy="0"/>
          <a:chOff x="0" y="0"/>
          <a:chExt cx="0" cy="0"/>
        </a:xfrm>
      </p:grpSpPr>
      <p:sp>
        <p:nvSpPr>
          <p:cNvPr id="26" name="Google Shape;26;g36f0094208a_0_0"/>
          <p:cNvSpPr txBox="1">
            <a:spLocks noGrp="1"/>
          </p:cNvSpPr>
          <p:nvPr>
            <p:ph type="ctrTitle"/>
          </p:nvPr>
        </p:nvSpPr>
        <p:spPr>
          <a:xfrm>
            <a:off x="3636806" y="1283250"/>
            <a:ext cx="4287600" cy="25770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rgbClr val="000000"/>
              </a:buClr>
              <a:buSzPts val="1100"/>
              <a:buFont typeface="Arial"/>
              <a:buNone/>
            </a:pPr>
            <a:r>
              <a:rPr lang="en-US" sz="5500">
                <a:solidFill>
                  <a:srgbClr val="33475B"/>
                </a:solidFill>
                <a:latin typeface="Lexend Deca"/>
                <a:ea typeface="Lexend Deca"/>
                <a:cs typeface="Lexend Deca"/>
                <a:sym typeface="Lexend Deca"/>
              </a:rPr>
              <a:t>Plantilla de análisis</a:t>
            </a:r>
            <a:r>
              <a:rPr lang="en-US" sz="5500" b="1">
                <a:solidFill>
                  <a:srgbClr val="33475B"/>
                </a:solidFill>
                <a:latin typeface="Lexend Deca"/>
                <a:ea typeface="Lexend Deca"/>
                <a:cs typeface="Lexend Deca"/>
                <a:sym typeface="Lexend Deca"/>
              </a:rPr>
              <a:t> PESTEL</a:t>
            </a:r>
            <a:endParaRPr sz="5500" b="1">
              <a:solidFill>
                <a:srgbClr val="33475B"/>
              </a:solidFill>
              <a:latin typeface="Lexend Deca"/>
              <a:ea typeface="Lexend Deca"/>
              <a:cs typeface="Lexend Deca"/>
              <a:sym typeface="Lexend Deca"/>
            </a:endParaRPr>
          </a:p>
        </p:txBody>
      </p:sp>
      <p:sp>
        <p:nvSpPr>
          <p:cNvPr id="27" name="Google Shape;27;g36f0094208a_0_0"/>
          <p:cNvSpPr/>
          <p:nvPr/>
        </p:nvSpPr>
        <p:spPr>
          <a:xfrm>
            <a:off x="-56575" y="0"/>
            <a:ext cx="2348100" cy="5143500"/>
          </a:xfrm>
          <a:prstGeom prst="rect">
            <a:avLst/>
          </a:prstGeom>
          <a:solidFill>
            <a:srgbClr val="FF5C3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8" name="Google Shape;28;g36f0094208a_0_0"/>
          <p:cNvPicPr preferRelativeResize="0"/>
          <p:nvPr/>
        </p:nvPicPr>
        <p:blipFill rotWithShape="1">
          <a:blip r:embed="rId3">
            <a:alphaModFix/>
          </a:blip>
          <a:srcRect l="18968" t="6489" r="44005"/>
          <a:stretch/>
        </p:blipFill>
        <p:spPr>
          <a:xfrm>
            <a:off x="667974" y="334000"/>
            <a:ext cx="2857500" cy="4809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4EA"/>
        </a:solidFill>
        <a:effectLst/>
      </p:bgPr>
    </p:bg>
    <p:spTree>
      <p:nvGrpSpPr>
        <p:cNvPr id="1" name="Shape 32"/>
        <p:cNvGrpSpPr/>
        <p:nvPr/>
      </p:nvGrpSpPr>
      <p:grpSpPr>
        <a:xfrm>
          <a:off x="0" y="0"/>
          <a:ext cx="0" cy="0"/>
          <a:chOff x="0" y="0"/>
          <a:chExt cx="0" cy="0"/>
        </a:xfrm>
      </p:grpSpPr>
      <p:sp>
        <p:nvSpPr>
          <p:cNvPr id="33" name="Google Shape;33;g36f0094208a_0_7"/>
          <p:cNvSpPr/>
          <p:nvPr/>
        </p:nvSpPr>
        <p:spPr>
          <a:xfrm>
            <a:off x="4826475" y="3420063"/>
            <a:ext cx="662100" cy="575400"/>
          </a:xfrm>
          <a:prstGeom prst="round2DiagRect">
            <a:avLst>
              <a:gd name="adj1" fmla="val 16667"/>
              <a:gd name="adj2" fmla="val 0"/>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g36f0094208a_0_7"/>
          <p:cNvSpPr/>
          <p:nvPr/>
        </p:nvSpPr>
        <p:spPr>
          <a:xfrm>
            <a:off x="863775" y="1754225"/>
            <a:ext cx="712800" cy="575400"/>
          </a:xfrm>
          <a:prstGeom prst="round2DiagRect">
            <a:avLst>
              <a:gd name="adj1" fmla="val 16667"/>
              <a:gd name="adj2" fmla="val 0"/>
            </a:avLst>
          </a:prstGeom>
          <a:solidFill>
            <a:srgbClr val="33475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g36f0094208a_0_7"/>
          <p:cNvSpPr/>
          <p:nvPr/>
        </p:nvSpPr>
        <p:spPr>
          <a:xfrm>
            <a:off x="863775" y="2604006"/>
            <a:ext cx="712800" cy="575400"/>
          </a:xfrm>
          <a:prstGeom prst="round2DiagRect">
            <a:avLst>
              <a:gd name="adj1" fmla="val 16667"/>
              <a:gd name="adj2" fmla="val 0"/>
            </a:avLst>
          </a:prstGeom>
          <a:solidFill>
            <a:srgbClr val="33475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g36f0094208a_0_7"/>
          <p:cNvSpPr/>
          <p:nvPr/>
        </p:nvSpPr>
        <p:spPr>
          <a:xfrm>
            <a:off x="863775" y="3420063"/>
            <a:ext cx="712800" cy="575400"/>
          </a:xfrm>
          <a:prstGeom prst="round2DiagRect">
            <a:avLst>
              <a:gd name="adj1" fmla="val 16667"/>
              <a:gd name="adj2" fmla="val 0"/>
            </a:avLst>
          </a:prstGeom>
          <a:solidFill>
            <a:srgbClr val="33475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g36f0094208a_0_7"/>
          <p:cNvSpPr/>
          <p:nvPr/>
        </p:nvSpPr>
        <p:spPr>
          <a:xfrm>
            <a:off x="1576650" y="1754300"/>
            <a:ext cx="2808900" cy="5754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33475B"/>
                </a:solidFill>
                <a:latin typeface="Lexend Deca"/>
                <a:ea typeface="Lexend Deca"/>
                <a:cs typeface="Lexend Deca"/>
                <a:sym typeface="Lexend Deca"/>
              </a:rPr>
              <a:t>Introducción</a:t>
            </a:r>
            <a:endParaRPr sz="1300" b="0" i="0" u="none" strike="noStrike" cap="none">
              <a:solidFill>
                <a:srgbClr val="33475B"/>
              </a:solidFill>
              <a:latin typeface="Lexend Deca"/>
              <a:ea typeface="Lexend Deca"/>
              <a:cs typeface="Lexend Deca"/>
              <a:sym typeface="Lexend Deca"/>
            </a:endParaRPr>
          </a:p>
        </p:txBody>
      </p:sp>
      <p:sp>
        <p:nvSpPr>
          <p:cNvPr id="38" name="Google Shape;38;g36f0094208a_0_7"/>
          <p:cNvSpPr txBox="1">
            <a:spLocks noGrp="1"/>
          </p:cNvSpPr>
          <p:nvPr>
            <p:ph type="title"/>
          </p:nvPr>
        </p:nvSpPr>
        <p:spPr>
          <a:xfrm>
            <a:off x="855150" y="1068775"/>
            <a:ext cx="2305800" cy="41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1600" b="1">
                <a:solidFill>
                  <a:srgbClr val="33475B"/>
                </a:solidFill>
                <a:latin typeface="Lexend Deca"/>
                <a:ea typeface="Lexend Deca"/>
                <a:cs typeface="Lexend Deca"/>
                <a:sym typeface="Lexend Deca"/>
              </a:rPr>
              <a:t>Tabla de contenidos</a:t>
            </a:r>
            <a:endParaRPr sz="1600" b="1">
              <a:solidFill>
                <a:srgbClr val="33475B"/>
              </a:solidFill>
              <a:latin typeface="Lexend Deca"/>
              <a:ea typeface="Lexend Deca"/>
              <a:cs typeface="Lexend Deca"/>
              <a:sym typeface="Lexend Deca"/>
            </a:endParaRPr>
          </a:p>
        </p:txBody>
      </p:sp>
      <p:sp>
        <p:nvSpPr>
          <p:cNvPr id="39" name="Google Shape;39;g36f0094208a_0_7"/>
          <p:cNvSpPr/>
          <p:nvPr/>
        </p:nvSpPr>
        <p:spPr>
          <a:xfrm>
            <a:off x="1576650" y="3420063"/>
            <a:ext cx="2808900" cy="5754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300"/>
              <a:buFont typeface="Arial"/>
              <a:buNone/>
            </a:pPr>
            <a:r>
              <a:rPr lang="en-US" sz="1300">
                <a:solidFill>
                  <a:srgbClr val="33475B"/>
                </a:solidFill>
                <a:latin typeface="Lexend Deca"/>
                <a:ea typeface="Lexend Deca"/>
                <a:cs typeface="Lexend Deca"/>
                <a:sym typeface="Lexend Deca"/>
              </a:rPr>
              <a:t>Análisis PESTEL: diseño con íconos</a:t>
            </a:r>
            <a:endParaRPr sz="1300">
              <a:solidFill>
                <a:srgbClr val="33475B"/>
              </a:solidFill>
              <a:latin typeface="Lexend Deca"/>
              <a:ea typeface="Lexend Deca"/>
              <a:cs typeface="Lexend Deca"/>
              <a:sym typeface="Lexend Deca"/>
            </a:endParaRPr>
          </a:p>
        </p:txBody>
      </p:sp>
      <p:sp>
        <p:nvSpPr>
          <p:cNvPr id="40" name="Google Shape;40;g36f0094208a_0_7"/>
          <p:cNvSpPr/>
          <p:nvPr/>
        </p:nvSpPr>
        <p:spPr>
          <a:xfrm>
            <a:off x="1576650" y="2604006"/>
            <a:ext cx="2808900" cy="5754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US" sz="1300">
                <a:solidFill>
                  <a:srgbClr val="33475B"/>
                </a:solidFill>
                <a:latin typeface="Lexend Deca"/>
                <a:ea typeface="Lexend Deca"/>
                <a:cs typeface="Lexend Deca"/>
                <a:sym typeface="Lexend Deca"/>
              </a:rPr>
              <a:t>A</a:t>
            </a:r>
            <a:r>
              <a:rPr lang="en-US" sz="1300" b="0" i="0" u="none" strike="noStrike" cap="none">
                <a:solidFill>
                  <a:srgbClr val="33475B"/>
                </a:solidFill>
                <a:latin typeface="Lexend Deca"/>
                <a:ea typeface="Lexend Deca"/>
                <a:cs typeface="Lexend Deca"/>
                <a:sym typeface="Lexend Deca"/>
              </a:rPr>
              <a:t>nálisis PESTEL: </a:t>
            </a:r>
            <a:r>
              <a:rPr lang="en-US" sz="1300">
                <a:solidFill>
                  <a:srgbClr val="33475B"/>
                </a:solidFill>
                <a:latin typeface="Lexend Deca"/>
                <a:ea typeface="Lexend Deca"/>
                <a:cs typeface="Lexend Deca"/>
                <a:sym typeface="Lexend Deca"/>
              </a:rPr>
              <a:t>matriz clásica</a:t>
            </a:r>
            <a:endParaRPr sz="1300">
              <a:solidFill>
                <a:srgbClr val="33475B"/>
              </a:solidFill>
              <a:latin typeface="Lexend Deca"/>
              <a:ea typeface="Lexend Deca"/>
              <a:cs typeface="Lexend Deca"/>
              <a:sym typeface="Lexend Deca"/>
            </a:endParaRPr>
          </a:p>
        </p:txBody>
      </p:sp>
      <p:sp>
        <p:nvSpPr>
          <p:cNvPr id="41" name="Google Shape;41;g36f0094208a_0_7"/>
          <p:cNvSpPr/>
          <p:nvPr/>
        </p:nvSpPr>
        <p:spPr>
          <a:xfrm>
            <a:off x="4826475" y="2604006"/>
            <a:ext cx="662100" cy="575400"/>
          </a:xfrm>
          <a:prstGeom prst="round2DiagRect">
            <a:avLst>
              <a:gd name="adj1" fmla="val 16667"/>
              <a:gd name="adj2" fmla="val 0"/>
            </a:avLst>
          </a:prstGeom>
          <a:solidFill>
            <a:srgbClr val="33475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g36f0094208a_0_7"/>
          <p:cNvSpPr/>
          <p:nvPr/>
        </p:nvSpPr>
        <p:spPr>
          <a:xfrm>
            <a:off x="5488601" y="2604006"/>
            <a:ext cx="2808900" cy="5754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33475B"/>
                </a:solidFill>
                <a:latin typeface="Lexend Deca"/>
                <a:ea typeface="Lexend Deca"/>
                <a:cs typeface="Lexend Deca"/>
                <a:sym typeface="Lexend Deca"/>
              </a:rPr>
              <a:t>Transforma tu análisis PESTEL en estrategia accionable</a:t>
            </a:r>
            <a:endParaRPr sz="1300" b="0" i="0" u="none" strike="noStrike" cap="none">
              <a:solidFill>
                <a:srgbClr val="33475B"/>
              </a:solidFill>
              <a:latin typeface="Lexend Deca"/>
              <a:ea typeface="Lexend Deca"/>
              <a:cs typeface="Lexend Deca"/>
              <a:sym typeface="Lexend Deca"/>
            </a:endParaRPr>
          </a:p>
        </p:txBody>
      </p:sp>
      <p:sp>
        <p:nvSpPr>
          <p:cNvPr id="43" name="Google Shape;43;g36f0094208a_0_7"/>
          <p:cNvSpPr/>
          <p:nvPr/>
        </p:nvSpPr>
        <p:spPr>
          <a:xfrm>
            <a:off x="5488600" y="3420063"/>
            <a:ext cx="2808900" cy="5754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33475B"/>
                </a:solidFill>
                <a:latin typeface="Lexend Deca"/>
                <a:ea typeface="Lexend Deca"/>
                <a:cs typeface="Lexend Deca"/>
                <a:sym typeface="Lexend Deca"/>
              </a:rPr>
              <a:t>Utiliza HubSpot Starter para impulsar tu plan de acción</a:t>
            </a:r>
            <a:endParaRPr sz="1300" b="0" i="0" u="none" strike="noStrike" cap="none">
              <a:solidFill>
                <a:srgbClr val="33475B"/>
              </a:solidFill>
              <a:latin typeface="Lexend Deca"/>
              <a:ea typeface="Lexend Deca"/>
              <a:cs typeface="Lexend Deca"/>
              <a:sym typeface="Lexend Deca"/>
            </a:endParaRPr>
          </a:p>
        </p:txBody>
      </p:sp>
      <p:sp>
        <p:nvSpPr>
          <p:cNvPr id="44" name="Google Shape;44;g36f0094208a_0_7"/>
          <p:cNvSpPr txBox="1"/>
          <p:nvPr/>
        </p:nvSpPr>
        <p:spPr>
          <a:xfrm>
            <a:off x="963375" y="1811075"/>
            <a:ext cx="484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EF4EA"/>
                </a:solidFill>
                <a:latin typeface="Lexend Deca SemiBold"/>
                <a:ea typeface="Lexend Deca SemiBold"/>
                <a:cs typeface="Lexend Deca SemiBold"/>
                <a:sym typeface="Lexend Deca SemiBold"/>
              </a:rPr>
              <a:t>01</a:t>
            </a:r>
            <a:endParaRPr sz="1800" b="0" i="0" u="none" strike="noStrike" cap="none">
              <a:solidFill>
                <a:srgbClr val="FEF4EA"/>
              </a:solidFill>
              <a:latin typeface="Lexend Deca SemiBold"/>
              <a:ea typeface="Lexend Deca SemiBold"/>
              <a:cs typeface="Lexend Deca SemiBold"/>
              <a:sym typeface="Lexend Deca SemiBold"/>
            </a:endParaRPr>
          </a:p>
        </p:txBody>
      </p:sp>
      <p:sp>
        <p:nvSpPr>
          <p:cNvPr id="45" name="Google Shape;45;g36f0094208a_0_7"/>
          <p:cNvSpPr txBox="1"/>
          <p:nvPr/>
        </p:nvSpPr>
        <p:spPr>
          <a:xfrm>
            <a:off x="977925" y="2660856"/>
            <a:ext cx="484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EF4EA"/>
                </a:solidFill>
                <a:latin typeface="Lexend Deca SemiBold"/>
                <a:ea typeface="Lexend Deca SemiBold"/>
                <a:cs typeface="Lexend Deca SemiBold"/>
                <a:sym typeface="Lexend Deca SemiBold"/>
              </a:rPr>
              <a:t>02</a:t>
            </a:r>
            <a:endParaRPr sz="1800" b="0" i="0" u="none" strike="noStrike" cap="none">
              <a:solidFill>
                <a:srgbClr val="FEF4EA"/>
              </a:solidFill>
              <a:latin typeface="Lexend Deca SemiBold"/>
              <a:ea typeface="Lexend Deca SemiBold"/>
              <a:cs typeface="Lexend Deca SemiBold"/>
              <a:sym typeface="Lexend Deca SemiBold"/>
            </a:endParaRPr>
          </a:p>
        </p:txBody>
      </p:sp>
      <p:sp>
        <p:nvSpPr>
          <p:cNvPr id="46" name="Google Shape;46;g36f0094208a_0_7"/>
          <p:cNvSpPr txBox="1"/>
          <p:nvPr/>
        </p:nvSpPr>
        <p:spPr>
          <a:xfrm>
            <a:off x="977925" y="3476913"/>
            <a:ext cx="484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EF4EA"/>
                </a:solidFill>
                <a:latin typeface="Lexend Deca SemiBold"/>
                <a:ea typeface="Lexend Deca SemiBold"/>
                <a:cs typeface="Lexend Deca SemiBold"/>
                <a:sym typeface="Lexend Deca SemiBold"/>
              </a:rPr>
              <a:t>03</a:t>
            </a:r>
            <a:endParaRPr sz="1800" b="0" i="0" u="none" strike="noStrike" cap="none">
              <a:solidFill>
                <a:srgbClr val="FEF4EA"/>
              </a:solidFill>
              <a:latin typeface="Lexend Deca SemiBold"/>
              <a:ea typeface="Lexend Deca SemiBold"/>
              <a:cs typeface="Lexend Deca SemiBold"/>
              <a:sym typeface="Lexend Deca SemiBold"/>
            </a:endParaRPr>
          </a:p>
        </p:txBody>
      </p:sp>
      <p:sp>
        <p:nvSpPr>
          <p:cNvPr id="47" name="Google Shape;47;g36f0094208a_0_7"/>
          <p:cNvSpPr txBox="1"/>
          <p:nvPr/>
        </p:nvSpPr>
        <p:spPr>
          <a:xfrm>
            <a:off x="4915275" y="2660856"/>
            <a:ext cx="484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EF4EA"/>
                </a:solidFill>
                <a:latin typeface="Lexend Deca SemiBold"/>
                <a:ea typeface="Lexend Deca SemiBold"/>
                <a:cs typeface="Lexend Deca SemiBold"/>
                <a:sym typeface="Lexend Deca SemiBold"/>
              </a:rPr>
              <a:t>0</a:t>
            </a:r>
            <a:r>
              <a:rPr lang="en-US" sz="1800">
                <a:solidFill>
                  <a:srgbClr val="FEF4EA"/>
                </a:solidFill>
                <a:latin typeface="Lexend Deca SemiBold"/>
                <a:ea typeface="Lexend Deca SemiBold"/>
                <a:cs typeface="Lexend Deca SemiBold"/>
                <a:sym typeface="Lexend Deca SemiBold"/>
              </a:rPr>
              <a:t>5</a:t>
            </a:r>
            <a:endParaRPr sz="1800" b="0" i="0" u="none" strike="noStrike" cap="none">
              <a:solidFill>
                <a:srgbClr val="FEF4EA"/>
              </a:solidFill>
              <a:latin typeface="Lexend Deca SemiBold"/>
              <a:ea typeface="Lexend Deca SemiBold"/>
              <a:cs typeface="Lexend Deca SemiBold"/>
              <a:sym typeface="Lexend Deca SemiBold"/>
            </a:endParaRPr>
          </a:p>
        </p:txBody>
      </p:sp>
      <p:sp>
        <p:nvSpPr>
          <p:cNvPr id="48" name="Google Shape;48;g36f0094208a_0_7"/>
          <p:cNvSpPr txBox="1"/>
          <p:nvPr/>
        </p:nvSpPr>
        <p:spPr>
          <a:xfrm>
            <a:off x="4915275" y="3476913"/>
            <a:ext cx="484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EF4EA"/>
                </a:solidFill>
                <a:latin typeface="Lexend Deca SemiBold"/>
                <a:ea typeface="Lexend Deca SemiBold"/>
                <a:cs typeface="Lexend Deca SemiBold"/>
                <a:sym typeface="Lexend Deca SemiBold"/>
              </a:rPr>
              <a:t>0</a:t>
            </a:r>
            <a:r>
              <a:rPr lang="en-US" sz="1800">
                <a:solidFill>
                  <a:srgbClr val="FEF4EA"/>
                </a:solidFill>
                <a:latin typeface="Lexend Deca SemiBold"/>
                <a:ea typeface="Lexend Deca SemiBold"/>
                <a:cs typeface="Lexend Deca SemiBold"/>
                <a:sym typeface="Lexend Deca SemiBold"/>
              </a:rPr>
              <a:t>6</a:t>
            </a:r>
            <a:endParaRPr sz="1800" b="0" i="0" u="none" strike="noStrike" cap="none">
              <a:solidFill>
                <a:srgbClr val="FEF4EA"/>
              </a:solidFill>
              <a:latin typeface="Lexend Deca SemiBold"/>
              <a:ea typeface="Lexend Deca SemiBold"/>
              <a:cs typeface="Lexend Deca SemiBold"/>
              <a:sym typeface="Lexend Deca SemiBold"/>
            </a:endParaRPr>
          </a:p>
        </p:txBody>
      </p:sp>
      <p:sp>
        <p:nvSpPr>
          <p:cNvPr id="49" name="Google Shape;49;g36f0094208a_0_7"/>
          <p:cNvSpPr/>
          <p:nvPr/>
        </p:nvSpPr>
        <p:spPr>
          <a:xfrm>
            <a:off x="4826475" y="1754263"/>
            <a:ext cx="662100" cy="575400"/>
          </a:xfrm>
          <a:prstGeom prst="round2DiagRect">
            <a:avLst>
              <a:gd name="adj1" fmla="val 16667"/>
              <a:gd name="adj2" fmla="val 0"/>
            </a:avLst>
          </a:prstGeom>
          <a:solidFill>
            <a:srgbClr val="33475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g36f0094208a_0_7"/>
          <p:cNvSpPr/>
          <p:nvPr/>
        </p:nvSpPr>
        <p:spPr>
          <a:xfrm>
            <a:off x="5488601" y="1754188"/>
            <a:ext cx="2808900" cy="5754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300"/>
              <a:buFont typeface="Arial"/>
              <a:buNone/>
            </a:pPr>
            <a:r>
              <a:rPr lang="en-US" sz="1300">
                <a:solidFill>
                  <a:srgbClr val="33475B"/>
                </a:solidFill>
                <a:latin typeface="Lexend Deca"/>
                <a:ea typeface="Lexend Deca"/>
                <a:cs typeface="Lexend Deca"/>
                <a:sym typeface="Lexend Deca"/>
              </a:rPr>
              <a:t>Análisis PESTEL: mapa de impacto</a:t>
            </a:r>
            <a:endParaRPr sz="1300">
              <a:solidFill>
                <a:srgbClr val="33475B"/>
              </a:solidFill>
              <a:latin typeface="Lexend Deca"/>
              <a:ea typeface="Lexend Deca"/>
              <a:cs typeface="Lexend Deca"/>
              <a:sym typeface="Lexend Deca"/>
            </a:endParaRPr>
          </a:p>
        </p:txBody>
      </p:sp>
      <p:sp>
        <p:nvSpPr>
          <p:cNvPr id="51" name="Google Shape;51;g36f0094208a_0_7"/>
          <p:cNvSpPr txBox="1"/>
          <p:nvPr/>
        </p:nvSpPr>
        <p:spPr>
          <a:xfrm>
            <a:off x="4915275" y="1811113"/>
            <a:ext cx="484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EF4EA"/>
                </a:solidFill>
                <a:latin typeface="Lexend Deca SemiBold"/>
                <a:ea typeface="Lexend Deca SemiBold"/>
                <a:cs typeface="Lexend Deca SemiBold"/>
                <a:sym typeface="Lexend Deca SemiBold"/>
              </a:rPr>
              <a:t>04</a:t>
            </a:r>
            <a:endParaRPr sz="1800" b="0" i="0" u="none" strike="noStrike" cap="none">
              <a:solidFill>
                <a:srgbClr val="FEF4EA"/>
              </a:solidFill>
              <a:latin typeface="Lexend Deca SemiBold"/>
              <a:ea typeface="Lexend Deca SemiBold"/>
              <a:cs typeface="Lexend Deca SemiBold"/>
              <a:sym typeface="Lexend Deca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4EA"/>
        </a:solidFill>
        <a:effectLst/>
      </p:bgPr>
    </p:bg>
    <p:spTree>
      <p:nvGrpSpPr>
        <p:cNvPr id="1" name="Shape 55"/>
        <p:cNvGrpSpPr/>
        <p:nvPr/>
      </p:nvGrpSpPr>
      <p:grpSpPr>
        <a:xfrm>
          <a:off x="0" y="0"/>
          <a:ext cx="0" cy="0"/>
          <a:chOff x="0" y="0"/>
          <a:chExt cx="0" cy="0"/>
        </a:xfrm>
      </p:grpSpPr>
      <p:sp>
        <p:nvSpPr>
          <p:cNvPr id="56" name="Google Shape;56;g36f0094208a_0_30"/>
          <p:cNvSpPr/>
          <p:nvPr/>
        </p:nvSpPr>
        <p:spPr>
          <a:xfrm>
            <a:off x="6328000" y="-44500"/>
            <a:ext cx="2867700" cy="5252100"/>
          </a:xfrm>
          <a:prstGeom prst="rect">
            <a:avLst/>
          </a:prstGeom>
          <a:solidFill>
            <a:srgbClr val="334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Google Shape;57;g36f0094208a_0_30"/>
          <p:cNvSpPr txBox="1">
            <a:spLocks noGrp="1"/>
          </p:cNvSpPr>
          <p:nvPr>
            <p:ph type="title"/>
          </p:nvPr>
        </p:nvSpPr>
        <p:spPr>
          <a:xfrm>
            <a:off x="207600" y="186325"/>
            <a:ext cx="5214600" cy="39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1500" b="1">
                <a:solidFill>
                  <a:srgbClr val="33475B"/>
                </a:solidFill>
                <a:latin typeface="Lexend Deca"/>
                <a:ea typeface="Lexend Deca"/>
                <a:cs typeface="Lexend Deca"/>
                <a:sym typeface="Lexend Deca"/>
              </a:rPr>
              <a:t>Introducción</a:t>
            </a:r>
            <a:endParaRPr sz="1500" b="1">
              <a:solidFill>
                <a:srgbClr val="33475B"/>
              </a:solidFill>
              <a:latin typeface="Lexend Deca"/>
              <a:ea typeface="Lexend Deca"/>
              <a:cs typeface="Lexend Deca"/>
              <a:sym typeface="Lexend Deca"/>
            </a:endParaRPr>
          </a:p>
          <a:p>
            <a:pPr marL="0" lvl="0" indent="0" algn="l" rtl="0">
              <a:lnSpc>
                <a:spcPct val="100000"/>
              </a:lnSpc>
              <a:spcBef>
                <a:spcPts val="0"/>
              </a:spcBef>
              <a:spcAft>
                <a:spcPts val="0"/>
              </a:spcAft>
              <a:buSzPts val="2800"/>
              <a:buNone/>
            </a:pPr>
            <a:endParaRPr sz="1500" b="1">
              <a:solidFill>
                <a:srgbClr val="33475B"/>
              </a:solidFill>
              <a:latin typeface="Lexend Deca"/>
              <a:ea typeface="Lexend Deca"/>
              <a:cs typeface="Lexend Deca"/>
              <a:sym typeface="Lexend Deca"/>
            </a:endParaRPr>
          </a:p>
        </p:txBody>
      </p:sp>
      <p:sp>
        <p:nvSpPr>
          <p:cNvPr id="58" name="Google Shape;58;g36f0094208a_0_30"/>
          <p:cNvSpPr txBox="1">
            <a:spLocks noGrp="1"/>
          </p:cNvSpPr>
          <p:nvPr>
            <p:ph type="body" idx="1"/>
          </p:nvPr>
        </p:nvSpPr>
        <p:spPr>
          <a:xfrm>
            <a:off x="251700" y="563850"/>
            <a:ext cx="5126400" cy="4015800"/>
          </a:xfrm>
          <a:prstGeom prst="rect">
            <a:avLst/>
          </a:prstGeom>
          <a:noFill/>
          <a:ln>
            <a:noFill/>
          </a:ln>
        </p:spPr>
        <p:txBody>
          <a:bodyPr spcFirstLastPara="1" wrap="square" lIns="91425" tIns="91425" rIns="91425" bIns="91425" anchor="t" anchorCtr="0">
            <a:noAutofit/>
          </a:bodyPr>
          <a:lstStyle/>
          <a:p>
            <a:pPr marL="0" lvl="0" indent="0" algn="l" rtl="0">
              <a:spcBef>
                <a:spcPts val="1200"/>
              </a:spcBef>
              <a:spcAft>
                <a:spcPts val="0"/>
              </a:spcAft>
              <a:buNone/>
            </a:pPr>
            <a:r>
              <a:rPr lang="en-US" sz="1100" dirty="0">
                <a:solidFill>
                  <a:srgbClr val="33475B"/>
                </a:solidFill>
                <a:latin typeface="Lexend Deca"/>
                <a:ea typeface="Lexend Deca"/>
                <a:cs typeface="Lexend Deca"/>
                <a:sym typeface="Lexend Deca"/>
              </a:rPr>
              <a:t>¿</a:t>
            </a:r>
            <a:r>
              <a:rPr lang="en-US" sz="1100" dirty="0" err="1">
                <a:solidFill>
                  <a:srgbClr val="33475B"/>
                </a:solidFill>
                <a:latin typeface="Lexend Deca"/>
                <a:ea typeface="Lexend Deca"/>
                <a:cs typeface="Lexend Deca"/>
                <a:sym typeface="Lexend Deca"/>
              </a:rPr>
              <a:t>Sabías</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que</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el</a:t>
            </a:r>
            <a:r>
              <a:rPr lang="en-US" sz="1100" dirty="0">
                <a:solidFill>
                  <a:srgbClr val="33475B"/>
                </a:solidFill>
                <a:latin typeface="Lexend Deca"/>
                <a:ea typeface="Lexend Deca"/>
                <a:cs typeface="Lexend Deca"/>
                <a:sym typeface="Lexend Deca"/>
              </a:rPr>
              <a:t> 70% de las </a:t>
            </a:r>
            <a:r>
              <a:rPr lang="en-US" sz="1100" dirty="0" err="1">
                <a:solidFill>
                  <a:srgbClr val="33475B"/>
                </a:solidFill>
                <a:latin typeface="Lexend Deca"/>
                <a:ea typeface="Lexend Deca"/>
                <a:cs typeface="Lexend Deca"/>
                <a:sym typeface="Lexend Deca"/>
              </a:rPr>
              <a:t>estrategias</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empresariales</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fracasan</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porque</a:t>
            </a:r>
            <a:r>
              <a:rPr lang="en-US" sz="1100" dirty="0">
                <a:solidFill>
                  <a:srgbClr val="33475B"/>
                </a:solidFill>
                <a:latin typeface="Lexend Deca"/>
                <a:ea typeface="Lexend Deca"/>
                <a:cs typeface="Lexend Deca"/>
                <a:sym typeface="Lexend Deca"/>
              </a:rPr>
              <a:t> no </a:t>
            </a:r>
            <a:r>
              <a:rPr lang="en-US" sz="1100" dirty="0" err="1">
                <a:solidFill>
                  <a:srgbClr val="33475B"/>
                </a:solidFill>
                <a:latin typeface="Lexend Deca"/>
                <a:ea typeface="Lexend Deca"/>
                <a:cs typeface="Lexend Deca"/>
                <a:sym typeface="Lexend Deca"/>
              </a:rPr>
              <a:t>logran</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anticipar</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los</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cambios</a:t>
            </a:r>
            <a:r>
              <a:rPr lang="en-US" sz="1100" dirty="0">
                <a:solidFill>
                  <a:srgbClr val="33475B"/>
                </a:solidFill>
                <a:latin typeface="Lexend Deca"/>
                <a:ea typeface="Lexend Deca"/>
                <a:cs typeface="Lexend Deca"/>
                <a:sym typeface="Lexend Deca"/>
              </a:rPr>
              <a:t> del </a:t>
            </a:r>
            <a:r>
              <a:rPr lang="en-US" sz="1100" dirty="0" err="1">
                <a:solidFill>
                  <a:srgbClr val="33475B"/>
                </a:solidFill>
                <a:latin typeface="Lexend Deca"/>
                <a:ea typeface="Lexend Deca"/>
                <a:cs typeface="Lexend Deca"/>
                <a:sym typeface="Lexend Deca"/>
              </a:rPr>
              <a:t>entorno</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Qué</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pasaría</a:t>
            </a:r>
            <a:r>
              <a:rPr lang="en-US" sz="1100" dirty="0">
                <a:solidFill>
                  <a:srgbClr val="33475B"/>
                </a:solidFill>
                <a:latin typeface="Lexend Deca"/>
                <a:ea typeface="Lexend Deca"/>
                <a:cs typeface="Lexend Deca"/>
                <a:sym typeface="Lexend Deca"/>
              </a:rPr>
              <a:t> con </a:t>
            </a:r>
            <a:r>
              <a:rPr lang="en-US" sz="1100" dirty="0" err="1">
                <a:solidFill>
                  <a:srgbClr val="33475B"/>
                </a:solidFill>
                <a:latin typeface="Lexend Deca"/>
                <a:ea typeface="Lexend Deca"/>
                <a:cs typeface="Lexend Deca"/>
                <a:sym typeface="Lexend Deca"/>
              </a:rPr>
              <a:t>tu</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negocio</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si</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mañana</a:t>
            </a:r>
            <a:r>
              <a:rPr lang="en-US" sz="1100" dirty="0">
                <a:solidFill>
                  <a:srgbClr val="33475B"/>
                </a:solidFill>
                <a:latin typeface="Lexend Deca"/>
                <a:ea typeface="Lexend Deca"/>
                <a:cs typeface="Lexend Deca"/>
                <a:sym typeface="Lexend Deca"/>
              </a:rPr>
              <a:t> cambia la </a:t>
            </a:r>
            <a:r>
              <a:rPr lang="en-US" sz="1100" dirty="0" err="1">
                <a:solidFill>
                  <a:srgbClr val="33475B"/>
                </a:solidFill>
                <a:latin typeface="Lexend Deca"/>
                <a:ea typeface="Lexend Deca"/>
                <a:cs typeface="Lexend Deca"/>
                <a:sym typeface="Lexend Deca"/>
              </a:rPr>
              <a:t>regulación</a:t>
            </a:r>
            <a:r>
              <a:rPr lang="en-US" sz="1100" dirty="0">
                <a:solidFill>
                  <a:srgbClr val="33475B"/>
                </a:solidFill>
                <a:latin typeface="Lexend Deca"/>
                <a:ea typeface="Lexend Deca"/>
                <a:cs typeface="Lexend Deca"/>
                <a:sym typeface="Lexend Deca"/>
              </a:rPr>
              <a:t>, surge un nuevo </a:t>
            </a:r>
            <a:r>
              <a:rPr lang="en-US" sz="1100" dirty="0" err="1">
                <a:solidFill>
                  <a:srgbClr val="33475B"/>
                </a:solidFill>
                <a:latin typeface="Lexend Deca"/>
                <a:ea typeface="Lexend Deca"/>
                <a:cs typeface="Lexend Deca"/>
                <a:sym typeface="Lexend Deca"/>
              </a:rPr>
              <a:t>competidor</a:t>
            </a:r>
            <a:r>
              <a:rPr lang="en-US" sz="1100" dirty="0">
                <a:solidFill>
                  <a:srgbClr val="33475B"/>
                </a:solidFill>
                <a:latin typeface="Lexend Deca"/>
                <a:ea typeface="Lexend Deca"/>
                <a:cs typeface="Lexend Deca"/>
                <a:sym typeface="Lexend Deca"/>
              </a:rPr>
              <a:t> digital o </a:t>
            </a:r>
            <a:r>
              <a:rPr lang="en-US" sz="1100" dirty="0" err="1">
                <a:solidFill>
                  <a:srgbClr val="33475B"/>
                </a:solidFill>
                <a:latin typeface="Lexend Deca"/>
                <a:ea typeface="Lexend Deca"/>
                <a:cs typeface="Lexend Deca"/>
                <a:sym typeface="Lexend Deca"/>
              </a:rPr>
              <a:t>una</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tendencia</a:t>
            </a:r>
            <a:r>
              <a:rPr lang="en-US" sz="1100" dirty="0">
                <a:solidFill>
                  <a:srgbClr val="33475B"/>
                </a:solidFill>
                <a:latin typeface="Lexend Deca"/>
                <a:ea typeface="Lexend Deca"/>
                <a:cs typeface="Lexend Deca"/>
                <a:sym typeface="Lexend Deca"/>
              </a:rPr>
              <a:t> social </a:t>
            </a:r>
            <a:r>
              <a:rPr lang="en-US" sz="1100" dirty="0" err="1">
                <a:solidFill>
                  <a:srgbClr val="33475B"/>
                </a:solidFill>
                <a:latin typeface="Lexend Deca"/>
                <a:ea typeface="Lexend Deca"/>
                <a:cs typeface="Lexend Deca"/>
                <a:sym typeface="Lexend Deca"/>
              </a:rPr>
              <a:t>transforma</a:t>
            </a:r>
            <a:r>
              <a:rPr lang="en-US" sz="1100" dirty="0">
                <a:solidFill>
                  <a:srgbClr val="33475B"/>
                </a:solidFill>
                <a:latin typeface="Lexend Deca"/>
                <a:ea typeface="Lexend Deca"/>
                <a:cs typeface="Lexend Deca"/>
                <a:sym typeface="Lexend Deca"/>
              </a:rPr>
              <a:t> a </a:t>
            </a:r>
            <a:r>
              <a:rPr lang="en-US" sz="1100" dirty="0" err="1">
                <a:solidFill>
                  <a:srgbClr val="33475B"/>
                </a:solidFill>
                <a:latin typeface="Lexend Deca"/>
                <a:ea typeface="Lexend Deca"/>
                <a:cs typeface="Lexend Deca"/>
                <a:sym typeface="Lexend Deca"/>
              </a:rPr>
              <a:t>tus</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clientes</a:t>
            </a:r>
            <a:r>
              <a:rPr lang="en-US" sz="1100" dirty="0">
                <a:solidFill>
                  <a:srgbClr val="33475B"/>
                </a:solidFill>
                <a:latin typeface="Lexend Deca"/>
                <a:ea typeface="Lexend Deca"/>
                <a:cs typeface="Lexend Deca"/>
                <a:sym typeface="Lexend Deca"/>
              </a:rPr>
              <a:t>?</a:t>
            </a:r>
            <a:endParaRPr sz="1100" dirty="0">
              <a:solidFill>
                <a:srgbClr val="33475B"/>
              </a:solidFill>
              <a:latin typeface="Lexend Deca"/>
              <a:ea typeface="Lexend Deca"/>
              <a:cs typeface="Lexend Deca"/>
              <a:sym typeface="Lexend Deca"/>
            </a:endParaRPr>
          </a:p>
          <a:p>
            <a:pPr marL="0" lvl="0" indent="0" algn="l" rtl="0">
              <a:spcBef>
                <a:spcPts val="1200"/>
              </a:spcBef>
              <a:spcAft>
                <a:spcPts val="0"/>
              </a:spcAft>
              <a:buClr>
                <a:schemeClr val="dk1"/>
              </a:buClr>
              <a:buSzPts val="1100"/>
              <a:buFont typeface="Arial"/>
              <a:buNone/>
            </a:pPr>
            <a:r>
              <a:rPr lang="en-US" sz="1100" dirty="0">
                <a:solidFill>
                  <a:srgbClr val="33475B"/>
                </a:solidFill>
                <a:latin typeface="Lexend Deca"/>
                <a:ea typeface="Lexend Deca"/>
                <a:cs typeface="Lexend Deca"/>
                <a:sym typeface="Lexend Deca"/>
              </a:rPr>
              <a:t>En </a:t>
            </a:r>
            <a:r>
              <a:rPr lang="en-US" sz="1100" dirty="0" err="1">
                <a:solidFill>
                  <a:srgbClr val="33475B"/>
                </a:solidFill>
                <a:latin typeface="Lexend Deca"/>
                <a:ea typeface="Lexend Deca"/>
                <a:cs typeface="Lexend Deca"/>
                <a:sym typeface="Lexend Deca"/>
              </a:rPr>
              <a:t>este</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recurso</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encontrarás</a:t>
            </a:r>
            <a:r>
              <a:rPr lang="en-US" sz="1100" dirty="0">
                <a:solidFill>
                  <a:srgbClr val="33475B"/>
                </a:solidFill>
                <a:latin typeface="Lexend Deca"/>
                <a:ea typeface="Lexend Deca"/>
                <a:cs typeface="Lexend Deca"/>
                <a:sym typeface="Lexend Deca"/>
              </a:rPr>
              <a:t> matrices </a:t>
            </a:r>
            <a:r>
              <a:rPr lang="en-US" sz="1100" dirty="0" err="1">
                <a:solidFill>
                  <a:srgbClr val="33475B"/>
                </a:solidFill>
                <a:latin typeface="Lexend Deca"/>
                <a:ea typeface="Lexend Deca"/>
                <a:cs typeface="Lexend Deca"/>
                <a:sym typeface="Lexend Deca"/>
              </a:rPr>
              <a:t>listas</a:t>
            </a:r>
            <a:r>
              <a:rPr lang="en-US" sz="1100" dirty="0">
                <a:solidFill>
                  <a:srgbClr val="33475B"/>
                </a:solidFill>
                <a:latin typeface="Lexend Deca"/>
                <a:ea typeface="Lexend Deca"/>
                <a:cs typeface="Lexend Deca"/>
                <a:sym typeface="Lexend Deca"/>
              </a:rPr>
              <a:t> para </a:t>
            </a:r>
            <a:r>
              <a:rPr lang="en-US" sz="1100" dirty="0" err="1">
                <a:solidFill>
                  <a:srgbClr val="33475B"/>
                </a:solidFill>
                <a:latin typeface="Lexend Deca"/>
                <a:ea typeface="Lexend Deca"/>
                <a:cs typeface="Lexend Deca"/>
                <a:sym typeface="Lexend Deca"/>
              </a:rPr>
              <a:t>completar</a:t>
            </a:r>
            <a:r>
              <a:rPr lang="en-US" sz="1100" dirty="0">
                <a:solidFill>
                  <a:srgbClr val="33475B"/>
                </a:solidFill>
                <a:latin typeface="Lexend Deca"/>
                <a:ea typeface="Lexend Deca"/>
                <a:cs typeface="Lexend Deca"/>
                <a:sym typeface="Lexend Deca"/>
              </a:rPr>
              <a:t>, con </a:t>
            </a:r>
            <a:r>
              <a:rPr lang="en-US" sz="1100" dirty="0" err="1">
                <a:solidFill>
                  <a:srgbClr val="33475B"/>
                </a:solidFill>
                <a:latin typeface="Lexend Deca"/>
                <a:ea typeface="Lexend Deca"/>
                <a:cs typeface="Lexend Deca"/>
                <a:sym typeface="Lexend Deca"/>
              </a:rPr>
              <a:t>ejemplos</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prácticos</a:t>
            </a:r>
            <a:r>
              <a:rPr lang="en-US" sz="1100" dirty="0">
                <a:solidFill>
                  <a:srgbClr val="33475B"/>
                </a:solidFill>
                <a:latin typeface="Lexend Deca"/>
                <a:ea typeface="Lexend Deca"/>
                <a:cs typeface="Lexend Deca"/>
                <a:sym typeface="Lexend Deca"/>
              </a:rPr>
              <a:t> y </a:t>
            </a:r>
            <a:r>
              <a:rPr lang="en-US" sz="1100" dirty="0" err="1">
                <a:solidFill>
                  <a:srgbClr val="33475B"/>
                </a:solidFill>
                <a:latin typeface="Lexend Deca"/>
                <a:ea typeface="Lexend Deca"/>
                <a:cs typeface="Lexend Deca"/>
                <a:sym typeface="Lexend Deca"/>
              </a:rPr>
              <a:t>espacios</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estructurados</a:t>
            </a:r>
            <a:r>
              <a:rPr lang="en-US" sz="1100" dirty="0">
                <a:solidFill>
                  <a:srgbClr val="33475B"/>
                </a:solidFill>
                <a:latin typeface="Lexend Deca"/>
                <a:ea typeface="Lexend Deca"/>
                <a:cs typeface="Lexend Deca"/>
                <a:sym typeface="Lexend Deca"/>
              </a:rPr>
              <a:t> para </a:t>
            </a:r>
            <a:r>
              <a:rPr lang="en-US" sz="1100" dirty="0" err="1">
                <a:solidFill>
                  <a:srgbClr val="33475B"/>
                </a:solidFill>
                <a:latin typeface="Lexend Deca"/>
                <a:ea typeface="Lexend Deca"/>
                <a:cs typeface="Lexend Deca"/>
                <a:sym typeface="Lexend Deca"/>
              </a:rPr>
              <a:t>que</a:t>
            </a:r>
            <a:r>
              <a:rPr lang="en-US" sz="1100" dirty="0">
                <a:solidFill>
                  <a:srgbClr val="33475B"/>
                </a:solidFill>
                <a:latin typeface="Lexend Deca"/>
                <a:ea typeface="Lexend Deca"/>
                <a:cs typeface="Lexend Deca"/>
                <a:sym typeface="Lexend Deca"/>
              </a:rPr>
              <a:t> no </a:t>
            </a:r>
            <a:r>
              <a:rPr lang="en-US" sz="1100" dirty="0" err="1">
                <a:solidFill>
                  <a:srgbClr val="33475B"/>
                </a:solidFill>
                <a:latin typeface="Lexend Deca"/>
                <a:ea typeface="Lexend Deca"/>
                <a:cs typeface="Lexend Deca"/>
                <a:sym typeface="Lexend Deca"/>
              </a:rPr>
              <a:t>empieces</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desde</a:t>
            </a:r>
            <a:r>
              <a:rPr lang="en-US" sz="1100" dirty="0">
                <a:solidFill>
                  <a:srgbClr val="33475B"/>
                </a:solidFill>
                <a:latin typeface="Lexend Deca"/>
                <a:ea typeface="Lexend Deca"/>
                <a:cs typeface="Lexend Deca"/>
                <a:sym typeface="Lexend Deca"/>
              </a:rPr>
              <a:t> cero. </a:t>
            </a:r>
            <a:r>
              <a:rPr lang="en-US" sz="1100" dirty="0" err="1">
                <a:solidFill>
                  <a:srgbClr val="33475B"/>
                </a:solidFill>
                <a:latin typeface="Lexend Deca"/>
                <a:ea typeface="Lexend Deca"/>
                <a:cs typeface="Lexend Deca"/>
                <a:sym typeface="Lexend Deca"/>
              </a:rPr>
              <a:t>Así</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podrás</a:t>
            </a:r>
            <a:r>
              <a:rPr lang="en-US" sz="1100" dirty="0">
                <a:solidFill>
                  <a:srgbClr val="33475B"/>
                </a:solidFill>
                <a:latin typeface="Lexend Deca"/>
                <a:ea typeface="Lexend Deca"/>
                <a:cs typeface="Lexend Deca"/>
                <a:sym typeface="Lexend Deca"/>
              </a:rPr>
              <a:t>:</a:t>
            </a:r>
            <a:endParaRPr sz="1100" dirty="0">
              <a:solidFill>
                <a:srgbClr val="33475B"/>
              </a:solidFill>
              <a:latin typeface="Lexend Deca"/>
              <a:ea typeface="Lexend Deca"/>
              <a:cs typeface="Lexend Deca"/>
              <a:sym typeface="Lexend Deca"/>
            </a:endParaRPr>
          </a:p>
          <a:p>
            <a:pPr marL="457200" lvl="0" indent="-298450" algn="l" rtl="0">
              <a:spcBef>
                <a:spcPts val="1200"/>
              </a:spcBef>
              <a:spcAft>
                <a:spcPts val="0"/>
              </a:spcAft>
              <a:buClr>
                <a:schemeClr val="dk1"/>
              </a:buClr>
              <a:buSzPts val="1100"/>
              <a:buChar char="●"/>
            </a:pPr>
            <a:r>
              <a:rPr lang="en-US" sz="1100" dirty="0" err="1">
                <a:solidFill>
                  <a:srgbClr val="33475B"/>
                </a:solidFill>
                <a:latin typeface="Lexend Deca"/>
                <a:ea typeface="Lexend Deca"/>
                <a:cs typeface="Lexend Deca"/>
                <a:sym typeface="Lexend Deca"/>
              </a:rPr>
              <a:t>Mapear</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factores</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políticos</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económicos</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sociales</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tecnológicos</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ambientales</a:t>
            </a:r>
            <a:r>
              <a:rPr lang="en-US" sz="1100" dirty="0">
                <a:solidFill>
                  <a:srgbClr val="33475B"/>
                </a:solidFill>
                <a:latin typeface="Lexend Deca"/>
                <a:ea typeface="Lexend Deca"/>
                <a:cs typeface="Lexend Deca"/>
                <a:sym typeface="Lexend Deca"/>
              </a:rPr>
              <a:t> y </a:t>
            </a:r>
            <a:r>
              <a:rPr lang="en-US" sz="1100" dirty="0" err="1">
                <a:solidFill>
                  <a:srgbClr val="33475B"/>
                </a:solidFill>
                <a:latin typeface="Lexend Deca"/>
                <a:ea typeface="Lexend Deca"/>
                <a:cs typeface="Lexend Deca"/>
                <a:sym typeface="Lexend Deca"/>
              </a:rPr>
              <a:t>legales</a:t>
            </a:r>
            <a:r>
              <a:rPr lang="en-US" sz="1100" dirty="0">
                <a:solidFill>
                  <a:srgbClr val="33475B"/>
                </a:solidFill>
                <a:latin typeface="Lexend Deca"/>
                <a:ea typeface="Lexend Deca"/>
                <a:cs typeface="Lexend Deca"/>
                <a:sym typeface="Lexend Deca"/>
              </a:rPr>
              <a:t> de forma </a:t>
            </a:r>
            <a:r>
              <a:rPr lang="en-US" sz="1100" dirty="0" err="1">
                <a:solidFill>
                  <a:srgbClr val="33475B"/>
                </a:solidFill>
                <a:latin typeface="Lexend Deca"/>
                <a:ea typeface="Lexend Deca"/>
                <a:cs typeface="Lexend Deca"/>
                <a:sym typeface="Lexend Deca"/>
              </a:rPr>
              <a:t>ordenada</a:t>
            </a:r>
            <a:r>
              <a:rPr lang="en-US" sz="1100" dirty="0">
                <a:solidFill>
                  <a:srgbClr val="33475B"/>
                </a:solidFill>
                <a:latin typeface="Lexend Deca"/>
                <a:ea typeface="Lexend Deca"/>
                <a:cs typeface="Lexend Deca"/>
                <a:sym typeface="Lexend Deca"/>
              </a:rPr>
              <a:t>.</a:t>
            </a:r>
            <a:br>
              <a:rPr lang="en-US" sz="1100" dirty="0">
                <a:solidFill>
                  <a:srgbClr val="33475B"/>
                </a:solidFill>
                <a:latin typeface="Lexend Deca"/>
                <a:ea typeface="Lexend Deca"/>
                <a:cs typeface="Lexend Deca"/>
                <a:sym typeface="Lexend Deca"/>
              </a:rPr>
            </a:br>
            <a:endParaRPr sz="1100" dirty="0">
              <a:solidFill>
                <a:srgbClr val="33475B"/>
              </a:solidFill>
              <a:latin typeface="Lexend Deca"/>
              <a:ea typeface="Lexend Deca"/>
              <a:cs typeface="Lexend Deca"/>
              <a:sym typeface="Lexend Deca"/>
            </a:endParaRPr>
          </a:p>
          <a:p>
            <a:pPr marL="457200" lvl="0" indent="-298450" algn="l" rtl="0">
              <a:spcBef>
                <a:spcPts val="0"/>
              </a:spcBef>
              <a:spcAft>
                <a:spcPts val="0"/>
              </a:spcAft>
              <a:buClr>
                <a:schemeClr val="dk1"/>
              </a:buClr>
              <a:buSzPts val="1100"/>
              <a:buChar char="●"/>
            </a:pPr>
            <a:r>
              <a:rPr lang="en-US" sz="1100" dirty="0" err="1">
                <a:solidFill>
                  <a:srgbClr val="33475B"/>
                </a:solidFill>
                <a:latin typeface="Lexend Deca"/>
                <a:ea typeface="Lexend Deca"/>
                <a:cs typeface="Lexend Deca"/>
                <a:sym typeface="Lexend Deca"/>
              </a:rPr>
              <a:t>Traducir</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el</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análisis</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en</a:t>
            </a:r>
            <a:r>
              <a:rPr lang="en-US" sz="1100" dirty="0">
                <a:solidFill>
                  <a:srgbClr val="33475B"/>
                </a:solidFill>
                <a:latin typeface="Lexend Deca"/>
                <a:ea typeface="Lexend Deca"/>
                <a:cs typeface="Lexend Deca"/>
                <a:sym typeface="Lexend Deca"/>
              </a:rPr>
              <a:t> insights </a:t>
            </a:r>
            <a:r>
              <a:rPr lang="en-US" sz="1100" dirty="0" err="1">
                <a:solidFill>
                  <a:srgbClr val="33475B"/>
                </a:solidFill>
                <a:latin typeface="Lexend Deca"/>
                <a:ea typeface="Lexend Deca"/>
                <a:cs typeface="Lexend Deca"/>
                <a:sym typeface="Lexend Deca"/>
              </a:rPr>
              <a:t>accionables</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que</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respalden</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tu</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estrategia</a:t>
            </a:r>
            <a:r>
              <a:rPr lang="en-US" sz="1100" dirty="0">
                <a:solidFill>
                  <a:srgbClr val="33475B"/>
                </a:solidFill>
                <a:latin typeface="Lexend Deca"/>
                <a:ea typeface="Lexend Deca"/>
                <a:cs typeface="Lexend Deca"/>
                <a:sym typeface="Lexend Deca"/>
              </a:rPr>
              <a:t>.</a:t>
            </a:r>
            <a:br>
              <a:rPr lang="en-US" sz="1100" dirty="0">
                <a:solidFill>
                  <a:srgbClr val="33475B"/>
                </a:solidFill>
                <a:latin typeface="Lexend Deca"/>
                <a:ea typeface="Lexend Deca"/>
                <a:cs typeface="Lexend Deca"/>
                <a:sym typeface="Lexend Deca"/>
              </a:rPr>
            </a:br>
            <a:endParaRPr sz="1100" dirty="0">
              <a:solidFill>
                <a:srgbClr val="33475B"/>
              </a:solidFill>
              <a:latin typeface="Lexend Deca"/>
              <a:ea typeface="Lexend Deca"/>
              <a:cs typeface="Lexend Deca"/>
              <a:sym typeface="Lexend Deca"/>
            </a:endParaRPr>
          </a:p>
          <a:p>
            <a:pPr marL="457200" lvl="0" indent="-298450" algn="l" rtl="0">
              <a:spcBef>
                <a:spcPts val="0"/>
              </a:spcBef>
              <a:spcAft>
                <a:spcPts val="0"/>
              </a:spcAft>
              <a:buClr>
                <a:schemeClr val="dk1"/>
              </a:buClr>
              <a:buSzPts val="1100"/>
              <a:buChar char="●"/>
            </a:pPr>
            <a:r>
              <a:rPr lang="en-US" sz="1100" dirty="0" err="1">
                <a:solidFill>
                  <a:srgbClr val="33475B"/>
                </a:solidFill>
                <a:latin typeface="Lexend Deca"/>
                <a:ea typeface="Lexend Deca"/>
                <a:cs typeface="Lexend Deca"/>
                <a:sym typeface="Lexend Deca"/>
              </a:rPr>
              <a:t>Ahorrar</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tiempo</a:t>
            </a:r>
            <a:r>
              <a:rPr lang="en-US" sz="1100" dirty="0">
                <a:solidFill>
                  <a:srgbClr val="33475B"/>
                </a:solidFill>
                <a:latin typeface="Lexend Deca"/>
                <a:ea typeface="Lexend Deca"/>
                <a:cs typeface="Lexend Deca"/>
                <a:sym typeface="Lexend Deca"/>
              </a:rPr>
              <a:t> y </a:t>
            </a:r>
            <a:r>
              <a:rPr lang="en-US" sz="1100" dirty="0" err="1">
                <a:solidFill>
                  <a:srgbClr val="33475B"/>
                </a:solidFill>
                <a:latin typeface="Lexend Deca"/>
                <a:ea typeface="Lexend Deca"/>
                <a:cs typeface="Lexend Deca"/>
                <a:sym typeface="Lexend Deca"/>
              </a:rPr>
              <a:t>ganar</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claridad</a:t>
            </a:r>
            <a:r>
              <a:rPr lang="en-US" sz="1100" dirty="0">
                <a:solidFill>
                  <a:srgbClr val="33475B"/>
                </a:solidFill>
                <a:latin typeface="Lexend Deca"/>
                <a:ea typeface="Lexend Deca"/>
                <a:cs typeface="Lexend Deca"/>
                <a:sym typeface="Lexend Deca"/>
              </a:rPr>
              <a:t> con </a:t>
            </a:r>
            <a:r>
              <a:rPr lang="en-US" sz="1100" dirty="0" err="1">
                <a:solidFill>
                  <a:srgbClr val="33475B"/>
                </a:solidFill>
                <a:latin typeface="Lexend Deca"/>
                <a:ea typeface="Lexend Deca"/>
                <a:cs typeface="Lexend Deca"/>
                <a:sym typeface="Lexend Deca"/>
              </a:rPr>
              <a:t>una</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herramienta</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lista</a:t>
            </a:r>
            <a:r>
              <a:rPr lang="en-US" sz="1100" dirty="0">
                <a:solidFill>
                  <a:srgbClr val="33475B"/>
                </a:solidFill>
                <a:latin typeface="Lexend Deca"/>
                <a:ea typeface="Lexend Deca"/>
                <a:cs typeface="Lexend Deca"/>
                <a:sym typeface="Lexend Deca"/>
              </a:rPr>
              <a:t> para usar.</a:t>
            </a:r>
            <a:br>
              <a:rPr lang="en-US" sz="1100" dirty="0">
                <a:solidFill>
                  <a:srgbClr val="33475B"/>
                </a:solidFill>
                <a:latin typeface="Lexend Deca"/>
                <a:ea typeface="Lexend Deca"/>
                <a:cs typeface="Lexend Deca"/>
                <a:sym typeface="Lexend Deca"/>
              </a:rPr>
            </a:br>
            <a:endParaRPr sz="1100" dirty="0">
              <a:solidFill>
                <a:srgbClr val="33475B"/>
              </a:solidFill>
              <a:latin typeface="Lexend Deca"/>
              <a:ea typeface="Lexend Deca"/>
              <a:cs typeface="Lexend Deca"/>
              <a:sym typeface="Lexend Deca"/>
            </a:endParaRPr>
          </a:p>
          <a:p>
            <a:pPr marL="0" lvl="0" indent="0" algn="l" rtl="0">
              <a:spcBef>
                <a:spcPts val="1200"/>
              </a:spcBef>
              <a:spcAft>
                <a:spcPts val="0"/>
              </a:spcAft>
              <a:buClr>
                <a:schemeClr val="dk1"/>
              </a:buClr>
              <a:buSzPts val="1100"/>
              <a:buFont typeface="Arial"/>
              <a:buNone/>
            </a:pPr>
            <a:r>
              <a:rPr lang="en-US" sz="1100" dirty="0">
                <a:solidFill>
                  <a:srgbClr val="33475B"/>
                </a:solidFill>
                <a:latin typeface="Lexend Deca"/>
                <a:ea typeface="Lexend Deca"/>
                <a:cs typeface="Lexend Deca"/>
                <a:sym typeface="Lexend Deca"/>
              </a:rPr>
              <a:t>No es </a:t>
            </a:r>
            <a:r>
              <a:rPr lang="en-US" sz="1100" dirty="0" err="1">
                <a:solidFill>
                  <a:srgbClr val="33475B"/>
                </a:solidFill>
                <a:latin typeface="Lexend Deca"/>
                <a:ea typeface="Lexend Deca"/>
                <a:cs typeface="Lexend Deca"/>
                <a:sym typeface="Lexend Deca"/>
              </a:rPr>
              <a:t>teoría</a:t>
            </a:r>
            <a:r>
              <a:rPr lang="en-US" sz="1100" dirty="0">
                <a:solidFill>
                  <a:srgbClr val="33475B"/>
                </a:solidFill>
                <a:latin typeface="Lexend Deca"/>
                <a:ea typeface="Lexend Deca"/>
                <a:cs typeface="Lexend Deca"/>
                <a:sym typeface="Lexend Deca"/>
              </a:rPr>
              <a:t>, son </a:t>
            </a:r>
            <a:r>
              <a:rPr lang="en-US" sz="1100" dirty="0" err="1">
                <a:solidFill>
                  <a:srgbClr val="33475B"/>
                </a:solidFill>
                <a:latin typeface="Lexend Deca"/>
                <a:ea typeface="Lexend Deca"/>
                <a:cs typeface="Lexend Deca"/>
                <a:sym typeface="Lexend Deca"/>
              </a:rPr>
              <a:t>plantillas</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prácticas</a:t>
            </a:r>
            <a:r>
              <a:rPr lang="en-US" sz="1100" dirty="0">
                <a:solidFill>
                  <a:srgbClr val="33475B"/>
                </a:solidFill>
                <a:latin typeface="Lexend Deca"/>
                <a:ea typeface="Lexend Deca"/>
                <a:cs typeface="Lexend Deca"/>
                <a:sym typeface="Lexend Deca"/>
              </a:rPr>
              <a:t> para </a:t>
            </a:r>
            <a:r>
              <a:rPr lang="en-US" sz="1100" dirty="0" err="1">
                <a:solidFill>
                  <a:srgbClr val="33475B"/>
                </a:solidFill>
                <a:latin typeface="Lexend Deca"/>
                <a:ea typeface="Lexend Deca"/>
                <a:cs typeface="Lexend Deca"/>
                <a:sym typeface="Lexend Deca"/>
              </a:rPr>
              <a:t>que</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pases</a:t>
            </a:r>
            <a:r>
              <a:rPr lang="en-US" sz="1100" dirty="0">
                <a:solidFill>
                  <a:srgbClr val="33475B"/>
                </a:solidFill>
                <a:latin typeface="Lexend Deca"/>
                <a:ea typeface="Lexend Deca"/>
                <a:cs typeface="Lexend Deca"/>
                <a:sym typeface="Lexend Deca"/>
              </a:rPr>
              <a:t> de la idea a la </a:t>
            </a:r>
            <a:r>
              <a:rPr lang="en-US" sz="1100" dirty="0" err="1">
                <a:solidFill>
                  <a:srgbClr val="33475B"/>
                </a:solidFill>
                <a:latin typeface="Lexend Deca"/>
                <a:ea typeface="Lexend Deca"/>
                <a:cs typeface="Lexend Deca"/>
                <a:sym typeface="Lexend Deca"/>
              </a:rPr>
              <a:t>acción</a:t>
            </a:r>
            <a:r>
              <a:rPr lang="en-US" sz="1100" dirty="0">
                <a:solidFill>
                  <a:srgbClr val="33475B"/>
                </a:solidFill>
                <a:latin typeface="Lexend Deca"/>
                <a:ea typeface="Lexend Deca"/>
                <a:cs typeface="Lexend Deca"/>
                <a:sym typeface="Lexend Deca"/>
              </a:rPr>
              <a:t> y uses </a:t>
            </a:r>
            <a:r>
              <a:rPr lang="en-US" sz="1100" dirty="0" err="1">
                <a:solidFill>
                  <a:srgbClr val="33475B"/>
                </a:solidFill>
                <a:latin typeface="Lexend Deca"/>
                <a:ea typeface="Lexend Deca"/>
                <a:cs typeface="Lexend Deca"/>
                <a:sym typeface="Lexend Deca"/>
              </a:rPr>
              <a:t>el</a:t>
            </a:r>
            <a:r>
              <a:rPr lang="en-US" sz="1100" dirty="0">
                <a:solidFill>
                  <a:srgbClr val="33475B"/>
                </a:solidFill>
                <a:latin typeface="Lexend Deca"/>
                <a:ea typeface="Lexend Deca"/>
                <a:cs typeface="Lexend Deca"/>
                <a:sym typeface="Lexend Deca"/>
              </a:rPr>
              <a:t> PESTEL </a:t>
            </a:r>
            <a:r>
              <a:rPr lang="en-US" sz="1100" dirty="0" err="1">
                <a:solidFill>
                  <a:srgbClr val="33475B"/>
                </a:solidFill>
                <a:latin typeface="Lexend Deca"/>
                <a:ea typeface="Lexend Deca"/>
                <a:cs typeface="Lexend Deca"/>
                <a:sym typeface="Lexend Deca"/>
              </a:rPr>
              <a:t>como</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una</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ventaja</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competitiva</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en</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tu</a:t>
            </a:r>
            <a:r>
              <a:rPr lang="en-US" sz="1100" dirty="0">
                <a:solidFill>
                  <a:srgbClr val="33475B"/>
                </a:solidFill>
                <a:latin typeface="Lexend Deca"/>
                <a:ea typeface="Lexend Deca"/>
                <a:cs typeface="Lexend Deca"/>
                <a:sym typeface="Lexend Deca"/>
              </a:rPr>
              <a:t> </a:t>
            </a:r>
            <a:r>
              <a:rPr lang="en-US" sz="1100" dirty="0" err="1">
                <a:solidFill>
                  <a:srgbClr val="33475B"/>
                </a:solidFill>
                <a:latin typeface="Lexend Deca"/>
                <a:ea typeface="Lexend Deca"/>
                <a:cs typeface="Lexend Deca"/>
                <a:sym typeface="Lexend Deca"/>
              </a:rPr>
              <a:t>planificación</a:t>
            </a:r>
            <a:r>
              <a:rPr lang="en-US" sz="1100" dirty="0">
                <a:solidFill>
                  <a:srgbClr val="33475B"/>
                </a:solidFill>
                <a:latin typeface="Lexend Deca"/>
                <a:ea typeface="Lexend Deca"/>
                <a:cs typeface="Lexend Deca"/>
                <a:sym typeface="Lexend Deca"/>
              </a:rPr>
              <a:t>.</a:t>
            </a:r>
            <a:endParaRPr sz="1100" dirty="0">
              <a:solidFill>
                <a:srgbClr val="33475B"/>
              </a:solidFill>
              <a:latin typeface="Lexend Deca"/>
              <a:ea typeface="Lexend Deca"/>
              <a:cs typeface="Lexend Deca"/>
              <a:sym typeface="Lexend Deca"/>
            </a:endParaRPr>
          </a:p>
          <a:p>
            <a:pPr marL="0" lvl="0" indent="0" algn="l" rtl="0">
              <a:spcBef>
                <a:spcPts val="1200"/>
              </a:spcBef>
              <a:spcAft>
                <a:spcPts val="0"/>
              </a:spcAft>
              <a:buNone/>
            </a:pPr>
            <a:endParaRPr sz="1100" dirty="0">
              <a:solidFill>
                <a:srgbClr val="33475B"/>
              </a:solidFill>
              <a:latin typeface="Lexend Deca"/>
              <a:ea typeface="Lexend Deca"/>
              <a:cs typeface="Lexend Deca"/>
              <a:sym typeface="Lexend Deca"/>
            </a:endParaRPr>
          </a:p>
          <a:p>
            <a:pPr marL="0" lvl="0" indent="0" algn="l" rtl="0">
              <a:lnSpc>
                <a:spcPct val="115000"/>
              </a:lnSpc>
              <a:spcBef>
                <a:spcPts val="1600"/>
              </a:spcBef>
              <a:spcAft>
                <a:spcPts val="0"/>
              </a:spcAft>
              <a:buClr>
                <a:srgbClr val="000000"/>
              </a:buClr>
              <a:buSzPts val="1800"/>
              <a:buFont typeface="Arial"/>
              <a:buNone/>
            </a:pPr>
            <a:endParaRPr sz="1100" b="1" dirty="0">
              <a:solidFill>
                <a:srgbClr val="33475B"/>
              </a:solidFill>
              <a:latin typeface="Lexend Deca"/>
              <a:ea typeface="Lexend Deca"/>
              <a:cs typeface="Lexend Deca"/>
              <a:sym typeface="Lexend Deca"/>
            </a:endParaRPr>
          </a:p>
        </p:txBody>
      </p:sp>
      <p:pic>
        <p:nvPicPr>
          <p:cNvPr id="59" name="Google Shape;59;g36f0094208a_0_30"/>
          <p:cNvPicPr preferRelativeResize="0"/>
          <p:nvPr/>
        </p:nvPicPr>
        <p:blipFill rotWithShape="1">
          <a:blip r:embed="rId3">
            <a:alphaModFix/>
          </a:blip>
          <a:srcRect l="25057" t="7415" r="27013"/>
          <a:stretch/>
        </p:blipFill>
        <p:spPr>
          <a:xfrm>
            <a:off x="5306776" y="445325"/>
            <a:ext cx="3698675" cy="47622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
          <p:cNvSpPr/>
          <p:nvPr/>
        </p:nvSpPr>
        <p:spPr>
          <a:xfrm rot="10800000" flipH="1">
            <a:off x="451550" y="2071800"/>
            <a:ext cx="8229300" cy="785700"/>
          </a:xfrm>
          <a:prstGeom prst="roundRect">
            <a:avLst>
              <a:gd name="adj" fmla="val 5000"/>
            </a:avLst>
          </a:prstGeom>
          <a:solidFill>
            <a:srgbClr val="FEF4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es-CL" noProof="0" dirty="0"/>
          </a:p>
        </p:txBody>
      </p:sp>
      <p:sp>
        <p:nvSpPr>
          <p:cNvPr id="67" name="Google Shape;67;p1"/>
          <p:cNvSpPr/>
          <p:nvPr/>
        </p:nvSpPr>
        <p:spPr>
          <a:xfrm>
            <a:off x="451550" y="213275"/>
            <a:ext cx="3559800" cy="385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1A5276"/>
              </a:buClr>
              <a:buSzPts val="2025"/>
              <a:buFont typeface="Noto Sans"/>
              <a:buNone/>
            </a:pPr>
            <a:r>
              <a:rPr lang="en-US" sz="1500" b="1" i="0" u="none" strike="noStrike" cap="none">
                <a:solidFill>
                  <a:srgbClr val="33475B"/>
                </a:solidFill>
                <a:latin typeface="Lexend Deca"/>
                <a:ea typeface="Lexend Deca"/>
                <a:cs typeface="Lexend Deca"/>
                <a:sym typeface="Lexend Deca"/>
              </a:rPr>
              <a:t>Plantilla 1 </a:t>
            </a:r>
            <a:r>
              <a:rPr lang="en-US" sz="1500" b="1">
                <a:solidFill>
                  <a:srgbClr val="33475B"/>
                </a:solidFill>
                <a:latin typeface="Lexend Deca"/>
                <a:ea typeface="Lexend Deca"/>
                <a:cs typeface="Lexend Deca"/>
                <a:sym typeface="Lexend Deca"/>
              </a:rPr>
              <a:t>| </a:t>
            </a:r>
            <a:r>
              <a:rPr lang="en-US" sz="1500" b="1" i="0" u="none" strike="noStrike" cap="none">
                <a:solidFill>
                  <a:srgbClr val="33475B"/>
                </a:solidFill>
                <a:latin typeface="Lexend Deca"/>
                <a:ea typeface="Lexend Deca"/>
                <a:cs typeface="Lexend Deca"/>
                <a:sym typeface="Lexend Deca"/>
              </a:rPr>
              <a:t>Matriz </a:t>
            </a:r>
            <a:r>
              <a:rPr lang="en-US" sz="1500" b="1">
                <a:solidFill>
                  <a:srgbClr val="33475B"/>
                </a:solidFill>
                <a:latin typeface="Lexend Deca"/>
                <a:ea typeface="Lexend Deca"/>
                <a:cs typeface="Lexend Deca"/>
                <a:sym typeface="Lexend Deca"/>
              </a:rPr>
              <a:t>c</a:t>
            </a:r>
            <a:r>
              <a:rPr lang="en-US" sz="1500" b="1" i="0" u="none" strike="noStrike" cap="none">
                <a:solidFill>
                  <a:srgbClr val="33475B"/>
                </a:solidFill>
                <a:latin typeface="Lexend Deca"/>
                <a:ea typeface="Lexend Deca"/>
                <a:cs typeface="Lexend Deca"/>
                <a:sym typeface="Lexend Deca"/>
              </a:rPr>
              <a:t>lásica</a:t>
            </a:r>
            <a:endParaRPr sz="1500" i="0" u="none" strike="noStrike" cap="none">
              <a:solidFill>
                <a:srgbClr val="33475B"/>
              </a:solidFill>
              <a:latin typeface="Lexend Deca"/>
              <a:ea typeface="Lexend Deca"/>
              <a:cs typeface="Lexend Deca"/>
              <a:sym typeface="Lexend Deca"/>
            </a:endParaRPr>
          </a:p>
        </p:txBody>
      </p:sp>
      <p:sp>
        <p:nvSpPr>
          <p:cNvPr id="68" name="Google Shape;68;p1"/>
          <p:cNvSpPr/>
          <p:nvPr/>
        </p:nvSpPr>
        <p:spPr>
          <a:xfrm>
            <a:off x="451550" y="525150"/>
            <a:ext cx="4051200" cy="257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1350"/>
              <a:buFont typeface="Noto Sans"/>
              <a:buNone/>
            </a:pPr>
            <a:r>
              <a:rPr lang="en-US" sz="1100" i="0" u="none" strike="noStrike" cap="none">
                <a:solidFill>
                  <a:srgbClr val="33475B"/>
                </a:solidFill>
                <a:latin typeface="Lexend Deca"/>
                <a:ea typeface="Lexend Deca"/>
                <a:cs typeface="Lexend Deca"/>
                <a:sym typeface="Lexend Deca"/>
              </a:rPr>
              <a:t>Análisis PESTEL estructurado en formato de tabla</a:t>
            </a:r>
            <a:endParaRPr sz="1100" i="0" u="none" strike="noStrike" cap="none">
              <a:solidFill>
                <a:srgbClr val="33475B"/>
              </a:solidFill>
              <a:latin typeface="Lexend Deca"/>
              <a:ea typeface="Lexend Deca"/>
              <a:cs typeface="Lexend Deca"/>
              <a:sym typeface="Lexend Deca"/>
            </a:endParaRPr>
          </a:p>
        </p:txBody>
      </p:sp>
      <p:grpSp>
        <p:nvGrpSpPr>
          <p:cNvPr id="69" name="Google Shape;69;p1"/>
          <p:cNvGrpSpPr/>
          <p:nvPr/>
        </p:nvGrpSpPr>
        <p:grpSpPr>
          <a:xfrm>
            <a:off x="454267" y="851284"/>
            <a:ext cx="8238182" cy="391223"/>
            <a:chOff x="285750" y="1055688"/>
            <a:chExt cx="8572510" cy="407100"/>
          </a:xfrm>
        </p:grpSpPr>
        <p:sp>
          <p:nvSpPr>
            <p:cNvPr id="70" name="Google Shape;70;p1"/>
            <p:cNvSpPr/>
            <p:nvPr/>
          </p:nvSpPr>
          <p:spPr>
            <a:xfrm>
              <a:off x="285750" y="1055688"/>
              <a:ext cx="1428600" cy="407100"/>
            </a:xfrm>
            <a:prstGeom prst="rect">
              <a:avLst/>
            </a:prstGeom>
            <a:solidFill>
              <a:srgbClr val="FF5C36"/>
            </a:solidFill>
            <a:ln>
              <a:noFill/>
            </a:ln>
          </p:spPr>
          <p:txBody>
            <a:bodyPr spcFirstLastPara="1" wrap="square" lIns="85075" tIns="127500" rIns="85075" bIns="127500" anchor="ctr" anchorCtr="0">
              <a:spAutoFit/>
            </a:bodyPr>
            <a:lstStyle/>
            <a:p>
              <a:pPr marL="0" marR="0" lvl="0" indent="0" algn="ctr" rtl="0">
                <a:spcBef>
                  <a:spcPts val="0"/>
                </a:spcBef>
                <a:spcAft>
                  <a:spcPts val="0"/>
                </a:spcAft>
                <a:buClr>
                  <a:srgbClr val="FFFFFF"/>
                </a:buClr>
                <a:buSzPts val="942"/>
                <a:buFont typeface="Noto Sans"/>
                <a:buNone/>
              </a:pPr>
              <a:r>
                <a:rPr lang="en-US" sz="942" b="1">
                  <a:solidFill>
                    <a:srgbClr val="FFFFFF"/>
                  </a:solidFill>
                  <a:latin typeface="Lexend Deca"/>
                  <a:ea typeface="Lexend Deca"/>
                  <a:cs typeface="Lexend Deca"/>
                  <a:sym typeface="Lexend Deca"/>
                </a:rPr>
                <a:t>Factores políticos</a:t>
              </a:r>
              <a:endParaRPr sz="942" i="0" u="none" strike="noStrike" cap="none">
                <a:solidFill>
                  <a:schemeClr val="dk1"/>
                </a:solidFill>
                <a:latin typeface="Lexend Deca"/>
                <a:ea typeface="Lexend Deca"/>
                <a:cs typeface="Lexend Deca"/>
                <a:sym typeface="Lexend Deca"/>
              </a:endParaRPr>
            </a:p>
          </p:txBody>
        </p:sp>
        <p:sp>
          <p:nvSpPr>
            <p:cNvPr id="71" name="Google Shape;71;p1"/>
            <p:cNvSpPr/>
            <p:nvPr/>
          </p:nvSpPr>
          <p:spPr>
            <a:xfrm>
              <a:off x="1714472" y="1055688"/>
              <a:ext cx="1428600" cy="407100"/>
            </a:xfrm>
            <a:prstGeom prst="rect">
              <a:avLst/>
            </a:prstGeom>
            <a:solidFill>
              <a:srgbClr val="FF8A33"/>
            </a:solidFill>
            <a:ln>
              <a:noFill/>
            </a:ln>
          </p:spPr>
          <p:txBody>
            <a:bodyPr spcFirstLastPara="1" wrap="square" lIns="85075" tIns="127500" rIns="85075" bIns="127500" anchor="ctr" anchorCtr="0">
              <a:spAutoFit/>
            </a:bodyPr>
            <a:lstStyle/>
            <a:p>
              <a:pPr marL="0" marR="0" lvl="0" indent="0" algn="ctr" rtl="0">
                <a:spcBef>
                  <a:spcPts val="0"/>
                </a:spcBef>
                <a:spcAft>
                  <a:spcPts val="0"/>
                </a:spcAft>
                <a:buClr>
                  <a:srgbClr val="FFFFFF"/>
                </a:buClr>
                <a:buSzPts val="942"/>
                <a:buFont typeface="Noto Sans"/>
                <a:buNone/>
              </a:pPr>
              <a:r>
                <a:rPr lang="en-US" sz="942" b="1">
                  <a:solidFill>
                    <a:srgbClr val="FFFFFF"/>
                  </a:solidFill>
                  <a:latin typeface="Lexend Deca"/>
                  <a:ea typeface="Lexend Deca"/>
                  <a:cs typeface="Lexend Deca"/>
                  <a:sym typeface="Lexend Deca"/>
                </a:rPr>
                <a:t>Factores económicos</a:t>
              </a:r>
              <a:endParaRPr sz="942" i="0" u="none" strike="noStrike" cap="none">
                <a:solidFill>
                  <a:schemeClr val="dk1"/>
                </a:solidFill>
                <a:latin typeface="Lexend Deca"/>
                <a:ea typeface="Lexend Deca"/>
                <a:cs typeface="Lexend Deca"/>
                <a:sym typeface="Lexend Deca"/>
              </a:endParaRPr>
            </a:p>
          </p:txBody>
        </p:sp>
        <p:sp>
          <p:nvSpPr>
            <p:cNvPr id="72" name="Google Shape;72;p1"/>
            <p:cNvSpPr/>
            <p:nvPr/>
          </p:nvSpPr>
          <p:spPr>
            <a:xfrm>
              <a:off x="3143194" y="1055688"/>
              <a:ext cx="1428600" cy="407100"/>
            </a:xfrm>
            <a:prstGeom prst="rect">
              <a:avLst/>
            </a:prstGeom>
            <a:solidFill>
              <a:srgbClr val="FFBD4A"/>
            </a:solidFill>
            <a:ln>
              <a:noFill/>
            </a:ln>
          </p:spPr>
          <p:txBody>
            <a:bodyPr spcFirstLastPara="1" wrap="square" lIns="85075" tIns="127500" rIns="85075" bIns="127500" anchor="ctr" anchorCtr="0">
              <a:spAutoFit/>
            </a:bodyPr>
            <a:lstStyle/>
            <a:p>
              <a:pPr marL="0" marR="0" lvl="0" indent="0" algn="ctr" rtl="0">
                <a:spcBef>
                  <a:spcPts val="0"/>
                </a:spcBef>
                <a:spcAft>
                  <a:spcPts val="0"/>
                </a:spcAft>
                <a:buClr>
                  <a:srgbClr val="FFFFFF"/>
                </a:buClr>
                <a:buSzPts val="942"/>
                <a:buFont typeface="Noto Sans"/>
                <a:buNone/>
              </a:pPr>
              <a:r>
                <a:rPr lang="en-US" sz="942" b="1">
                  <a:solidFill>
                    <a:srgbClr val="FFFFFF"/>
                  </a:solidFill>
                  <a:latin typeface="Lexend Deca"/>
                  <a:ea typeface="Lexend Deca"/>
                  <a:cs typeface="Lexend Deca"/>
                  <a:sym typeface="Lexend Deca"/>
                </a:rPr>
                <a:t>Factores sociales</a:t>
              </a:r>
              <a:endParaRPr sz="942" i="0" u="none" strike="noStrike" cap="none">
                <a:solidFill>
                  <a:schemeClr val="dk1"/>
                </a:solidFill>
                <a:latin typeface="Lexend Deca"/>
                <a:ea typeface="Lexend Deca"/>
                <a:cs typeface="Lexend Deca"/>
                <a:sym typeface="Lexend Deca"/>
              </a:endParaRPr>
            </a:p>
          </p:txBody>
        </p:sp>
        <p:sp>
          <p:nvSpPr>
            <p:cNvPr id="73" name="Google Shape;73;p1"/>
            <p:cNvSpPr/>
            <p:nvPr/>
          </p:nvSpPr>
          <p:spPr>
            <a:xfrm>
              <a:off x="4571916" y="1055688"/>
              <a:ext cx="1428600" cy="407100"/>
            </a:xfrm>
            <a:prstGeom prst="rect">
              <a:avLst/>
            </a:prstGeom>
            <a:solidFill>
              <a:srgbClr val="00A3A8"/>
            </a:solidFill>
            <a:ln>
              <a:noFill/>
            </a:ln>
          </p:spPr>
          <p:txBody>
            <a:bodyPr spcFirstLastPara="1" wrap="square" lIns="85075" tIns="127500" rIns="85075" bIns="127500" anchor="ctr" anchorCtr="0">
              <a:spAutoFit/>
            </a:bodyPr>
            <a:lstStyle/>
            <a:p>
              <a:pPr marL="0" marR="0" lvl="0" indent="0" algn="ctr" rtl="0">
                <a:spcBef>
                  <a:spcPts val="0"/>
                </a:spcBef>
                <a:spcAft>
                  <a:spcPts val="0"/>
                </a:spcAft>
                <a:buClr>
                  <a:srgbClr val="FFFFFF"/>
                </a:buClr>
                <a:buSzPts val="942"/>
                <a:buFont typeface="Noto Sans"/>
                <a:buNone/>
              </a:pPr>
              <a:r>
                <a:rPr lang="en-US" sz="942" b="1">
                  <a:solidFill>
                    <a:srgbClr val="FFFFFF"/>
                  </a:solidFill>
                  <a:latin typeface="Lexend Deca"/>
                  <a:ea typeface="Lexend Deca"/>
                  <a:cs typeface="Lexend Deca"/>
                  <a:sym typeface="Lexend Deca"/>
                </a:rPr>
                <a:t>Factores tecnológicos</a:t>
              </a:r>
              <a:endParaRPr sz="942" i="0" u="none" strike="noStrike" cap="none">
                <a:solidFill>
                  <a:schemeClr val="dk1"/>
                </a:solidFill>
                <a:latin typeface="Lexend Deca"/>
                <a:ea typeface="Lexend Deca"/>
                <a:cs typeface="Lexend Deca"/>
                <a:sym typeface="Lexend Deca"/>
              </a:endParaRPr>
            </a:p>
          </p:txBody>
        </p:sp>
        <p:sp>
          <p:nvSpPr>
            <p:cNvPr id="74" name="Google Shape;74;p1"/>
            <p:cNvSpPr/>
            <p:nvPr/>
          </p:nvSpPr>
          <p:spPr>
            <a:xfrm>
              <a:off x="6000638" y="1055688"/>
              <a:ext cx="1428600" cy="407100"/>
            </a:xfrm>
            <a:prstGeom prst="rect">
              <a:avLst/>
            </a:prstGeom>
            <a:solidFill>
              <a:srgbClr val="FF7A59"/>
            </a:solidFill>
            <a:ln>
              <a:noFill/>
            </a:ln>
          </p:spPr>
          <p:txBody>
            <a:bodyPr spcFirstLastPara="1" wrap="square" lIns="85075" tIns="127500" rIns="85075" bIns="127500" anchor="ctr" anchorCtr="0">
              <a:spAutoFit/>
            </a:bodyPr>
            <a:lstStyle/>
            <a:p>
              <a:pPr marL="0" marR="0" lvl="0" indent="0" algn="ctr" rtl="0">
                <a:spcBef>
                  <a:spcPts val="0"/>
                </a:spcBef>
                <a:spcAft>
                  <a:spcPts val="0"/>
                </a:spcAft>
                <a:buClr>
                  <a:srgbClr val="FFFFFF"/>
                </a:buClr>
                <a:buSzPts val="942"/>
                <a:buFont typeface="Noto Sans"/>
                <a:buNone/>
              </a:pPr>
              <a:r>
                <a:rPr lang="en-US" sz="942" b="1">
                  <a:solidFill>
                    <a:srgbClr val="FFFFFF"/>
                  </a:solidFill>
                  <a:latin typeface="Lexend Deca"/>
                  <a:ea typeface="Lexend Deca"/>
                  <a:cs typeface="Lexend Deca"/>
                  <a:sym typeface="Lexend Deca"/>
                </a:rPr>
                <a:t>Factores ecológicos</a:t>
              </a:r>
              <a:endParaRPr sz="942" i="0" u="none" strike="noStrike" cap="none">
                <a:solidFill>
                  <a:schemeClr val="dk1"/>
                </a:solidFill>
                <a:latin typeface="Lexend Deca"/>
                <a:ea typeface="Lexend Deca"/>
                <a:cs typeface="Lexend Deca"/>
                <a:sym typeface="Lexend Deca"/>
              </a:endParaRPr>
            </a:p>
          </p:txBody>
        </p:sp>
        <p:sp>
          <p:nvSpPr>
            <p:cNvPr id="75" name="Google Shape;75;p1"/>
            <p:cNvSpPr/>
            <p:nvPr/>
          </p:nvSpPr>
          <p:spPr>
            <a:xfrm>
              <a:off x="7429360" y="1055688"/>
              <a:ext cx="1428900" cy="407100"/>
            </a:xfrm>
            <a:prstGeom prst="rect">
              <a:avLst/>
            </a:prstGeom>
            <a:solidFill>
              <a:srgbClr val="E74C3C"/>
            </a:solidFill>
            <a:ln>
              <a:noFill/>
            </a:ln>
          </p:spPr>
          <p:txBody>
            <a:bodyPr spcFirstLastPara="1" wrap="square" lIns="85075" tIns="127500" rIns="85075" bIns="127500" anchor="ctr" anchorCtr="0">
              <a:spAutoFit/>
            </a:bodyPr>
            <a:lstStyle/>
            <a:p>
              <a:pPr marL="0" marR="0" lvl="0" indent="0" algn="ctr" rtl="0">
                <a:spcBef>
                  <a:spcPts val="0"/>
                </a:spcBef>
                <a:spcAft>
                  <a:spcPts val="0"/>
                </a:spcAft>
                <a:buClr>
                  <a:srgbClr val="FFFFFF"/>
                </a:buClr>
                <a:buSzPts val="942"/>
                <a:buFont typeface="Noto Sans"/>
                <a:buNone/>
              </a:pPr>
              <a:r>
                <a:rPr lang="en-US" sz="942" b="1">
                  <a:solidFill>
                    <a:srgbClr val="FFFFFF"/>
                  </a:solidFill>
                  <a:latin typeface="Lexend Deca"/>
                  <a:ea typeface="Lexend Deca"/>
                  <a:cs typeface="Lexend Deca"/>
                  <a:sym typeface="Lexend Deca"/>
                </a:rPr>
                <a:t>Factores legales</a:t>
              </a:r>
              <a:endParaRPr sz="942" i="0" u="none" strike="noStrike" cap="none">
                <a:solidFill>
                  <a:schemeClr val="dk1"/>
                </a:solidFill>
                <a:latin typeface="Lexend Deca"/>
                <a:ea typeface="Lexend Deca"/>
                <a:cs typeface="Lexend Deca"/>
                <a:sym typeface="Lexend Deca"/>
              </a:endParaRPr>
            </a:p>
          </p:txBody>
        </p:sp>
      </p:grpSp>
      <p:sp>
        <p:nvSpPr>
          <p:cNvPr id="76" name="Google Shape;76;p1"/>
          <p:cNvSpPr/>
          <p:nvPr/>
        </p:nvSpPr>
        <p:spPr>
          <a:xfrm>
            <a:off x="522916" y="1311526"/>
            <a:ext cx="1235700" cy="329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P1: Estabilidad política</a:t>
            </a:r>
            <a:endParaRPr lang="es-CL" sz="737" i="0" u="none" strike="noStrike" cap="none" noProof="0" dirty="0">
              <a:solidFill>
                <a:srgbClr val="33475B"/>
              </a:solidFill>
              <a:latin typeface="Lexend Deca"/>
              <a:ea typeface="Lexend Deca"/>
              <a:cs typeface="Lexend Deca"/>
              <a:sym typeface="Lexend Deca"/>
            </a:endParaRPr>
          </a:p>
        </p:txBody>
      </p:sp>
      <p:sp>
        <p:nvSpPr>
          <p:cNvPr id="77" name="Google Shape;77;p1"/>
          <p:cNvSpPr/>
          <p:nvPr/>
        </p:nvSpPr>
        <p:spPr>
          <a:xfrm>
            <a:off x="522916" y="1611936"/>
            <a:ext cx="12357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Cambios en el gobierno que podrían afectar las políticas comerciales.</a:t>
            </a:r>
          </a:p>
        </p:txBody>
      </p:sp>
      <p:sp>
        <p:nvSpPr>
          <p:cNvPr id="78" name="Google Shape;78;p1"/>
          <p:cNvSpPr/>
          <p:nvPr/>
        </p:nvSpPr>
        <p:spPr>
          <a:xfrm>
            <a:off x="1895906" y="1311526"/>
            <a:ext cx="1235700" cy="165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E1: Inflación</a:t>
            </a:r>
            <a:endParaRPr lang="es-CL" sz="737" i="0" u="none" strike="noStrike" cap="none" noProof="0" dirty="0">
              <a:solidFill>
                <a:srgbClr val="33475B"/>
              </a:solidFill>
              <a:latin typeface="Lexend Deca"/>
              <a:ea typeface="Lexend Deca"/>
              <a:cs typeface="Lexend Deca"/>
              <a:sym typeface="Lexend Deca"/>
            </a:endParaRPr>
          </a:p>
        </p:txBody>
      </p:sp>
      <p:sp>
        <p:nvSpPr>
          <p:cNvPr id="79" name="Google Shape;79;p1"/>
          <p:cNvSpPr/>
          <p:nvPr/>
        </p:nvSpPr>
        <p:spPr>
          <a:xfrm>
            <a:off x="1895906" y="1447174"/>
            <a:ext cx="1235700" cy="576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Aumento del 5.2% en el último trimestre, impactando costos operativos.</a:t>
            </a:r>
          </a:p>
        </p:txBody>
      </p:sp>
      <p:sp>
        <p:nvSpPr>
          <p:cNvPr id="80" name="Google Shape;80;p1"/>
          <p:cNvSpPr/>
          <p:nvPr/>
        </p:nvSpPr>
        <p:spPr>
          <a:xfrm>
            <a:off x="3268897" y="1311526"/>
            <a:ext cx="1235700" cy="165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S1: Demografía</a:t>
            </a:r>
            <a:endParaRPr lang="es-CL" sz="737" i="0" u="none" strike="noStrike" cap="none" noProof="0" dirty="0">
              <a:solidFill>
                <a:srgbClr val="33475B"/>
              </a:solidFill>
              <a:latin typeface="Lexend Deca"/>
              <a:ea typeface="Lexend Deca"/>
              <a:cs typeface="Lexend Deca"/>
              <a:sym typeface="Lexend Deca"/>
            </a:endParaRPr>
          </a:p>
        </p:txBody>
      </p:sp>
      <p:sp>
        <p:nvSpPr>
          <p:cNvPr id="81" name="Google Shape;81;p1"/>
          <p:cNvSpPr/>
          <p:nvPr/>
        </p:nvSpPr>
        <p:spPr>
          <a:xfrm>
            <a:off x="3268897" y="1447174"/>
            <a:ext cx="12357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Envejecimiento de la población objetivo en mercados principales.</a:t>
            </a:r>
          </a:p>
        </p:txBody>
      </p:sp>
      <p:sp>
        <p:nvSpPr>
          <p:cNvPr id="82" name="Google Shape;82;p1"/>
          <p:cNvSpPr/>
          <p:nvPr/>
        </p:nvSpPr>
        <p:spPr>
          <a:xfrm>
            <a:off x="4641887" y="1311526"/>
            <a:ext cx="1235700" cy="329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T1: IA y automatización</a:t>
            </a:r>
            <a:endParaRPr lang="es-CL" sz="737" i="0" u="none" strike="noStrike" cap="none" noProof="0" dirty="0">
              <a:solidFill>
                <a:srgbClr val="33475B"/>
              </a:solidFill>
              <a:latin typeface="Lexend Deca"/>
              <a:ea typeface="Lexend Deca"/>
              <a:cs typeface="Lexend Deca"/>
              <a:sym typeface="Lexend Deca"/>
            </a:endParaRPr>
          </a:p>
        </p:txBody>
      </p:sp>
      <p:sp>
        <p:nvSpPr>
          <p:cNvPr id="83" name="Google Shape;83;p1"/>
          <p:cNvSpPr/>
          <p:nvPr/>
        </p:nvSpPr>
        <p:spPr>
          <a:xfrm>
            <a:off x="4641887" y="1611936"/>
            <a:ext cx="12357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Adopción creciente de IA en procesos de producción del sector.</a:t>
            </a:r>
          </a:p>
        </p:txBody>
      </p:sp>
      <p:sp>
        <p:nvSpPr>
          <p:cNvPr id="84" name="Google Shape;84;p1"/>
          <p:cNvSpPr/>
          <p:nvPr/>
        </p:nvSpPr>
        <p:spPr>
          <a:xfrm>
            <a:off x="6014877" y="1311526"/>
            <a:ext cx="1235700" cy="329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EC1: Emisiones CO2</a:t>
            </a:r>
            <a:endParaRPr lang="es-CL" sz="737" i="0" u="none" strike="noStrike" cap="none" noProof="0" dirty="0">
              <a:solidFill>
                <a:srgbClr val="33475B"/>
              </a:solidFill>
              <a:latin typeface="Lexend Deca"/>
              <a:ea typeface="Lexend Deca"/>
              <a:cs typeface="Lexend Deca"/>
              <a:sym typeface="Lexend Deca"/>
            </a:endParaRPr>
          </a:p>
        </p:txBody>
      </p:sp>
      <p:sp>
        <p:nvSpPr>
          <p:cNvPr id="85" name="Google Shape;85;p1"/>
          <p:cNvSpPr/>
          <p:nvPr/>
        </p:nvSpPr>
        <p:spPr>
          <a:xfrm>
            <a:off x="6014877" y="1611936"/>
            <a:ext cx="12357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Nuevas metas de reducción de emisiones para la industria.</a:t>
            </a:r>
          </a:p>
        </p:txBody>
      </p:sp>
      <p:sp>
        <p:nvSpPr>
          <p:cNvPr id="86" name="Google Shape;86;p1"/>
          <p:cNvSpPr/>
          <p:nvPr/>
        </p:nvSpPr>
        <p:spPr>
          <a:xfrm>
            <a:off x="7387868" y="1311526"/>
            <a:ext cx="1236000" cy="329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L1: Protección de datos</a:t>
            </a:r>
            <a:endParaRPr lang="es-CL" sz="737" i="0" u="none" strike="noStrike" cap="none" noProof="0" dirty="0">
              <a:solidFill>
                <a:srgbClr val="33475B"/>
              </a:solidFill>
              <a:latin typeface="Lexend Deca"/>
              <a:ea typeface="Lexend Deca"/>
              <a:cs typeface="Lexend Deca"/>
              <a:sym typeface="Lexend Deca"/>
            </a:endParaRPr>
          </a:p>
        </p:txBody>
      </p:sp>
      <p:sp>
        <p:nvSpPr>
          <p:cNvPr id="87" name="Google Shape;87;p1"/>
          <p:cNvSpPr/>
          <p:nvPr/>
        </p:nvSpPr>
        <p:spPr>
          <a:xfrm>
            <a:off x="7387868" y="1611936"/>
            <a:ext cx="12360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Implementación de nuevas regulaciones de privacidad.</a:t>
            </a:r>
          </a:p>
        </p:txBody>
      </p:sp>
      <p:sp>
        <p:nvSpPr>
          <p:cNvPr id="88" name="Google Shape;88;p1"/>
          <p:cNvSpPr/>
          <p:nvPr/>
        </p:nvSpPr>
        <p:spPr>
          <a:xfrm>
            <a:off x="522916" y="2106050"/>
            <a:ext cx="1235700" cy="329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P2: Política fiscal</a:t>
            </a:r>
            <a:endParaRPr lang="es-CL" sz="737" i="0" u="none" strike="noStrike" cap="none" noProof="0" dirty="0">
              <a:solidFill>
                <a:srgbClr val="33475B"/>
              </a:solidFill>
              <a:latin typeface="Lexend Deca"/>
              <a:ea typeface="Lexend Deca"/>
              <a:cs typeface="Lexend Deca"/>
              <a:sym typeface="Lexend Deca"/>
            </a:endParaRPr>
          </a:p>
        </p:txBody>
      </p:sp>
      <p:sp>
        <p:nvSpPr>
          <p:cNvPr id="89" name="Google Shape;89;p1"/>
          <p:cNvSpPr/>
          <p:nvPr/>
        </p:nvSpPr>
        <p:spPr>
          <a:xfrm>
            <a:off x="522916" y="2378178"/>
            <a:ext cx="12357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Posibles cambios en impuestos corporativos y subsidios sectoriales.</a:t>
            </a:r>
          </a:p>
        </p:txBody>
      </p:sp>
      <p:sp>
        <p:nvSpPr>
          <p:cNvPr id="90" name="Google Shape;90;p1"/>
          <p:cNvSpPr/>
          <p:nvPr/>
        </p:nvSpPr>
        <p:spPr>
          <a:xfrm>
            <a:off x="1895906" y="2106050"/>
            <a:ext cx="1235700" cy="329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E2: Tipos de interés</a:t>
            </a:r>
            <a:endParaRPr lang="es-CL" sz="737" i="0" u="none" strike="noStrike" cap="none" noProof="0" dirty="0">
              <a:solidFill>
                <a:srgbClr val="33475B"/>
              </a:solidFill>
              <a:latin typeface="Lexend Deca"/>
              <a:ea typeface="Lexend Deca"/>
              <a:cs typeface="Lexend Deca"/>
              <a:sym typeface="Lexend Deca"/>
            </a:endParaRPr>
          </a:p>
        </p:txBody>
      </p:sp>
      <p:sp>
        <p:nvSpPr>
          <p:cNvPr id="91" name="Google Shape;91;p1"/>
          <p:cNvSpPr/>
          <p:nvPr/>
        </p:nvSpPr>
        <p:spPr>
          <a:xfrm>
            <a:off x="1895906" y="2378178"/>
            <a:ext cx="12357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Tendencia al alza que afecta inversiones y financiamiento.</a:t>
            </a:r>
          </a:p>
        </p:txBody>
      </p:sp>
      <p:sp>
        <p:nvSpPr>
          <p:cNvPr id="92" name="Google Shape;92;p1"/>
          <p:cNvSpPr/>
          <p:nvPr/>
        </p:nvSpPr>
        <p:spPr>
          <a:xfrm>
            <a:off x="3268897" y="2106050"/>
            <a:ext cx="1235700" cy="329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S2: Tendencias de consumo</a:t>
            </a:r>
            <a:endParaRPr lang="es-CL" sz="737" i="0" u="none" strike="noStrike" cap="none" noProof="0" dirty="0">
              <a:solidFill>
                <a:srgbClr val="33475B"/>
              </a:solidFill>
              <a:latin typeface="Lexend Deca"/>
              <a:ea typeface="Lexend Deca"/>
              <a:cs typeface="Lexend Deca"/>
              <a:sym typeface="Lexend Deca"/>
            </a:endParaRPr>
          </a:p>
        </p:txBody>
      </p:sp>
      <p:sp>
        <p:nvSpPr>
          <p:cNvPr id="93" name="Google Shape;93;p1"/>
          <p:cNvSpPr/>
          <p:nvPr/>
        </p:nvSpPr>
        <p:spPr>
          <a:xfrm>
            <a:off x="3268897" y="2378178"/>
            <a:ext cx="12357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Mayor preferencia por productos sostenibles y éticos.</a:t>
            </a:r>
          </a:p>
        </p:txBody>
      </p:sp>
      <p:sp>
        <p:nvSpPr>
          <p:cNvPr id="94" name="Google Shape;94;p1"/>
          <p:cNvSpPr/>
          <p:nvPr/>
        </p:nvSpPr>
        <p:spPr>
          <a:xfrm>
            <a:off x="4641887" y="2106050"/>
            <a:ext cx="1235700" cy="329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T2: Digitalización</a:t>
            </a:r>
            <a:endParaRPr lang="es-CL" sz="737" i="0" u="none" strike="noStrike" cap="none" noProof="0" dirty="0">
              <a:solidFill>
                <a:srgbClr val="33475B"/>
              </a:solidFill>
              <a:latin typeface="Lexend Deca"/>
              <a:ea typeface="Lexend Deca"/>
              <a:cs typeface="Lexend Deca"/>
              <a:sym typeface="Lexend Deca"/>
            </a:endParaRPr>
          </a:p>
        </p:txBody>
      </p:sp>
      <p:sp>
        <p:nvSpPr>
          <p:cNvPr id="95" name="Google Shape;95;p1"/>
          <p:cNvSpPr/>
          <p:nvPr/>
        </p:nvSpPr>
        <p:spPr>
          <a:xfrm>
            <a:off x="4641887" y="2378178"/>
            <a:ext cx="12357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Aceleración de la transformación digital en canales de distribución.</a:t>
            </a:r>
          </a:p>
        </p:txBody>
      </p:sp>
      <p:sp>
        <p:nvSpPr>
          <p:cNvPr id="96" name="Google Shape;96;p1"/>
          <p:cNvSpPr/>
          <p:nvPr/>
        </p:nvSpPr>
        <p:spPr>
          <a:xfrm>
            <a:off x="6014877" y="2106050"/>
            <a:ext cx="1235700" cy="329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EC2: Energías renovables</a:t>
            </a:r>
            <a:endParaRPr lang="es-CL" sz="737" i="0" u="none" strike="noStrike" cap="none" noProof="0" dirty="0">
              <a:solidFill>
                <a:srgbClr val="33475B"/>
              </a:solidFill>
              <a:latin typeface="Lexend Deca"/>
              <a:ea typeface="Lexend Deca"/>
              <a:cs typeface="Lexend Deca"/>
              <a:sym typeface="Lexend Deca"/>
            </a:endParaRPr>
          </a:p>
        </p:txBody>
      </p:sp>
      <p:sp>
        <p:nvSpPr>
          <p:cNvPr id="97" name="Google Shape;97;p1"/>
          <p:cNvSpPr/>
          <p:nvPr/>
        </p:nvSpPr>
        <p:spPr>
          <a:xfrm>
            <a:off x="6014877" y="2378178"/>
            <a:ext cx="12357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Incentivos para transición a fuentes de energía limpia.</a:t>
            </a:r>
          </a:p>
        </p:txBody>
      </p:sp>
      <p:sp>
        <p:nvSpPr>
          <p:cNvPr id="98" name="Google Shape;98;p1"/>
          <p:cNvSpPr/>
          <p:nvPr/>
        </p:nvSpPr>
        <p:spPr>
          <a:xfrm>
            <a:off x="7387868" y="2106050"/>
            <a:ext cx="1236000" cy="329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L2: Normativa laboral</a:t>
            </a:r>
            <a:endParaRPr lang="es-CL" sz="737" i="0" u="none" strike="noStrike" cap="none" noProof="0" dirty="0">
              <a:solidFill>
                <a:srgbClr val="33475B"/>
              </a:solidFill>
              <a:latin typeface="Lexend Deca"/>
              <a:ea typeface="Lexend Deca"/>
              <a:cs typeface="Lexend Deca"/>
              <a:sym typeface="Lexend Deca"/>
            </a:endParaRPr>
          </a:p>
        </p:txBody>
      </p:sp>
      <p:sp>
        <p:nvSpPr>
          <p:cNvPr id="99" name="Google Shape;99;p1"/>
          <p:cNvSpPr/>
          <p:nvPr/>
        </p:nvSpPr>
        <p:spPr>
          <a:xfrm>
            <a:off x="7387868" y="2378178"/>
            <a:ext cx="12360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Cambios en regulaciones de teletrabajo y contratación.</a:t>
            </a:r>
          </a:p>
        </p:txBody>
      </p:sp>
      <p:sp>
        <p:nvSpPr>
          <p:cNvPr id="100" name="Google Shape;100;p1"/>
          <p:cNvSpPr/>
          <p:nvPr/>
        </p:nvSpPr>
        <p:spPr>
          <a:xfrm>
            <a:off x="522916" y="2895785"/>
            <a:ext cx="1235700" cy="329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P3: Relaciones internacionales</a:t>
            </a:r>
            <a:endParaRPr lang="es-CL" sz="737" i="0" u="none" strike="noStrike" cap="none" noProof="0" dirty="0">
              <a:solidFill>
                <a:srgbClr val="33475B"/>
              </a:solidFill>
              <a:latin typeface="Lexend Deca"/>
              <a:ea typeface="Lexend Deca"/>
              <a:cs typeface="Lexend Deca"/>
              <a:sym typeface="Lexend Deca"/>
            </a:endParaRPr>
          </a:p>
        </p:txBody>
      </p:sp>
      <p:sp>
        <p:nvSpPr>
          <p:cNvPr id="101" name="Google Shape;101;p1"/>
          <p:cNvSpPr/>
          <p:nvPr/>
        </p:nvSpPr>
        <p:spPr>
          <a:xfrm>
            <a:off x="522916" y="3174968"/>
            <a:ext cx="12357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Tensiones comerciales que afectan cadenas de suministro globales.</a:t>
            </a:r>
          </a:p>
        </p:txBody>
      </p:sp>
      <p:sp>
        <p:nvSpPr>
          <p:cNvPr id="102" name="Google Shape;102;p1"/>
          <p:cNvSpPr/>
          <p:nvPr/>
        </p:nvSpPr>
        <p:spPr>
          <a:xfrm>
            <a:off x="1895906" y="2895785"/>
            <a:ext cx="1235700" cy="329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E3: Poder adquisitivo</a:t>
            </a:r>
            <a:endParaRPr lang="es-CL" sz="737" i="0" u="none" strike="noStrike" cap="none" noProof="0" dirty="0">
              <a:solidFill>
                <a:srgbClr val="33475B"/>
              </a:solidFill>
              <a:latin typeface="Lexend Deca"/>
              <a:ea typeface="Lexend Deca"/>
              <a:cs typeface="Lexend Deca"/>
              <a:sym typeface="Lexend Deca"/>
            </a:endParaRPr>
          </a:p>
        </p:txBody>
      </p:sp>
      <p:sp>
        <p:nvSpPr>
          <p:cNvPr id="103" name="Google Shape;103;p1"/>
          <p:cNvSpPr/>
          <p:nvPr/>
        </p:nvSpPr>
        <p:spPr>
          <a:xfrm>
            <a:off x="1895906" y="3174968"/>
            <a:ext cx="12357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Disminución del 3% en el poder de compra del consumidor promedio.</a:t>
            </a:r>
          </a:p>
        </p:txBody>
      </p:sp>
      <p:sp>
        <p:nvSpPr>
          <p:cNvPr id="104" name="Google Shape;104;p1"/>
          <p:cNvSpPr/>
          <p:nvPr/>
        </p:nvSpPr>
        <p:spPr>
          <a:xfrm>
            <a:off x="3268897" y="2895785"/>
            <a:ext cx="1235700" cy="329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S3: Estilo de vida</a:t>
            </a:r>
            <a:endParaRPr lang="es-CL" sz="737" i="0" u="none" strike="noStrike" cap="none" noProof="0" dirty="0">
              <a:solidFill>
                <a:srgbClr val="33475B"/>
              </a:solidFill>
              <a:latin typeface="Lexend Deca"/>
              <a:ea typeface="Lexend Deca"/>
              <a:cs typeface="Lexend Deca"/>
              <a:sym typeface="Lexend Deca"/>
            </a:endParaRPr>
          </a:p>
        </p:txBody>
      </p:sp>
      <p:sp>
        <p:nvSpPr>
          <p:cNvPr id="105" name="Google Shape;105;p1"/>
          <p:cNvSpPr/>
          <p:nvPr/>
        </p:nvSpPr>
        <p:spPr>
          <a:xfrm>
            <a:off x="3268897" y="3174968"/>
            <a:ext cx="12357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Aumento del trabajo remoto y cambios en patrones de movilidad.</a:t>
            </a:r>
          </a:p>
        </p:txBody>
      </p:sp>
      <p:sp>
        <p:nvSpPr>
          <p:cNvPr id="106" name="Google Shape;106;p1"/>
          <p:cNvSpPr/>
          <p:nvPr/>
        </p:nvSpPr>
        <p:spPr>
          <a:xfrm>
            <a:off x="4641887" y="2895785"/>
            <a:ext cx="1235700" cy="329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T3: Ciberseguridad</a:t>
            </a:r>
            <a:endParaRPr lang="es-CL" sz="737" i="0" u="none" strike="noStrike" cap="none" noProof="0" dirty="0">
              <a:solidFill>
                <a:srgbClr val="33475B"/>
              </a:solidFill>
              <a:latin typeface="Lexend Deca"/>
              <a:ea typeface="Lexend Deca"/>
              <a:cs typeface="Lexend Deca"/>
              <a:sym typeface="Lexend Deca"/>
            </a:endParaRPr>
          </a:p>
        </p:txBody>
      </p:sp>
      <p:sp>
        <p:nvSpPr>
          <p:cNvPr id="107" name="Google Shape;107;p1"/>
          <p:cNvSpPr/>
          <p:nvPr/>
        </p:nvSpPr>
        <p:spPr>
          <a:xfrm>
            <a:off x="4641887" y="3174968"/>
            <a:ext cx="12357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Incremento de amenazas y costos asociados a protección digital.</a:t>
            </a:r>
          </a:p>
        </p:txBody>
      </p:sp>
      <p:sp>
        <p:nvSpPr>
          <p:cNvPr id="108" name="Google Shape;108;p1"/>
          <p:cNvSpPr/>
          <p:nvPr/>
        </p:nvSpPr>
        <p:spPr>
          <a:xfrm>
            <a:off x="6014877" y="2895785"/>
            <a:ext cx="1235700" cy="329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EC3: Economía circular</a:t>
            </a:r>
            <a:endParaRPr lang="es-CL" sz="737" i="0" u="none" strike="noStrike" cap="none" noProof="0" dirty="0">
              <a:solidFill>
                <a:srgbClr val="33475B"/>
              </a:solidFill>
              <a:latin typeface="Lexend Deca"/>
              <a:ea typeface="Lexend Deca"/>
              <a:cs typeface="Lexend Deca"/>
              <a:sym typeface="Lexend Deca"/>
            </a:endParaRPr>
          </a:p>
        </p:txBody>
      </p:sp>
      <p:sp>
        <p:nvSpPr>
          <p:cNvPr id="109" name="Google Shape;109;p1"/>
          <p:cNvSpPr/>
          <p:nvPr/>
        </p:nvSpPr>
        <p:spPr>
          <a:xfrm>
            <a:off x="6014877" y="3174968"/>
            <a:ext cx="12357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Presión creciente para adoptar modelos de producción sostenibles.</a:t>
            </a:r>
          </a:p>
        </p:txBody>
      </p:sp>
      <p:sp>
        <p:nvSpPr>
          <p:cNvPr id="110" name="Google Shape;110;p1"/>
          <p:cNvSpPr/>
          <p:nvPr/>
        </p:nvSpPr>
        <p:spPr>
          <a:xfrm>
            <a:off x="7387868" y="2895785"/>
            <a:ext cx="1236000" cy="329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837"/>
              <a:buFont typeface="Noto Sans"/>
              <a:buNone/>
            </a:pPr>
            <a:r>
              <a:rPr lang="es-CL" sz="737" b="1" i="0" u="none" strike="noStrike" cap="none" noProof="0" dirty="0">
                <a:solidFill>
                  <a:srgbClr val="33475B"/>
                </a:solidFill>
                <a:latin typeface="Lexend Deca"/>
                <a:ea typeface="Lexend Deca"/>
                <a:cs typeface="Lexend Deca"/>
                <a:sym typeface="Lexend Deca"/>
              </a:rPr>
              <a:t>Factor L3: Propiedad intelectual</a:t>
            </a:r>
            <a:endParaRPr lang="es-CL" sz="737" i="0" u="none" strike="noStrike" cap="none" noProof="0" dirty="0">
              <a:solidFill>
                <a:srgbClr val="33475B"/>
              </a:solidFill>
              <a:latin typeface="Lexend Deca"/>
              <a:ea typeface="Lexend Deca"/>
              <a:cs typeface="Lexend Deca"/>
              <a:sym typeface="Lexend Deca"/>
            </a:endParaRPr>
          </a:p>
        </p:txBody>
      </p:sp>
      <p:sp>
        <p:nvSpPr>
          <p:cNvPr id="111" name="Google Shape;111;p1"/>
          <p:cNvSpPr/>
          <p:nvPr/>
        </p:nvSpPr>
        <p:spPr>
          <a:xfrm>
            <a:off x="7387868" y="3174968"/>
            <a:ext cx="1236000" cy="432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s-CL" sz="632" i="0" u="none" strike="noStrike" cap="none" noProof="0" dirty="0">
                <a:solidFill>
                  <a:srgbClr val="33475B"/>
                </a:solidFill>
                <a:latin typeface="Lexend Deca"/>
                <a:ea typeface="Lexend Deca"/>
                <a:cs typeface="Lexend Deca"/>
                <a:sym typeface="Lexend Deca"/>
              </a:rPr>
              <a:t>Fortalecimiento de leyes de patentes en mercados emergentes.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5"/>
        <p:cNvGrpSpPr/>
        <p:nvPr/>
      </p:nvGrpSpPr>
      <p:grpSpPr>
        <a:xfrm>
          <a:off x="0" y="0"/>
          <a:ext cx="0" cy="0"/>
          <a:chOff x="0" y="0"/>
          <a:chExt cx="0" cy="0"/>
        </a:xfrm>
      </p:grpSpPr>
      <p:sp>
        <p:nvSpPr>
          <p:cNvPr id="126" name="Google Shape;126;p2"/>
          <p:cNvSpPr/>
          <p:nvPr/>
        </p:nvSpPr>
        <p:spPr>
          <a:xfrm>
            <a:off x="3094244" y="934652"/>
            <a:ext cx="2736900" cy="1369200"/>
          </a:xfrm>
          <a:prstGeom prst="roundRect">
            <a:avLst>
              <a:gd name="adj" fmla="val 5000"/>
            </a:avLst>
          </a:prstGeom>
          <a:solidFill>
            <a:srgbClr val="FF8A33">
              <a:alpha val="15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 name="Google Shape;127;p2"/>
          <p:cNvSpPr/>
          <p:nvPr/>
        </p:nvSpPr>
        <p:spPr>
          <a:xfrm>
            <a:off x="3094244" y="2403439"/>
            <a:ext cx="2736900" cy="1369200"/>
          </a:xfrm>
          <a:prstGeom prst="roundRect">
            <a:avLst>
              <a:gd name="adj" fmla="val 5000"/>
            </a:avLst>
          </a:prstGeom>
          <a:solidFill>
            <a:srgbClr val="FF7A59">
              <a:alpha val="1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 name="Google Shape;128;p2"/>
          <p:cNvSpPr/>
          <p:nvPr/>
        </p:nvSpPr>
        <p:spPr>
          <a:xfrm>
            <a:off x="5960700" y="934652"/>
            <a:ext cx="2736900" cy="1369200"/>
          </a:xfrm>
          <a:prstGeom prst="roundRect">
            <a:avLst>
              <a:gd name="adj" fmla="val 5000"/>
            </a:avLst>
          </a:prstGeom>
          <a:solidFill>
            <a:srgbClr val="FFBD4A">
              <a:alpha val="1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 name="Google Shape;129;p2"/>
          <p:cNvSpPr/>
          <p:nvPr/>
        </p:nvSpPr>
        <p:spPr>
          <a:xfrm>
            <a:off x="5960700" y="2403439"/>
            <a:ext cx="2736900" cy="1369200"/>
          </a:xfrm>
          <a:prstGeom prst="roundRect">
            <a:avLst>
              <a:gd name="adj" fmla="val 5000"/>
            </a:avLst>
          </a:prstGeom>
          <a:solidFill>
            <a:srgbClr val="E74C3C">
              <a:alpha val="1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 name="Google Shape;130;p2"/>
          <p:cNvSpPr/>
          <p:nvPr/>
        </p:nvSpPr>
        <p:spPr>
          <a:xfrm>
            <a:off x="390812" y="937515"/>
            <a:ext cx="2590800" cy="1369200"/>
          </a:xfrm>
          <a:prstGeom prst="roundRect">
            <a:avLst>
              <a:gd name="adj" fmla="val 5000"/>
            </a:avLst>
          </a:prstGeom>
          <a:solidFill>
            <a:srgbClr val="FF5C36">
              <a:alpha val="120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 name="Google Shape;131;p2"/>
          <p:cNvSpPr/>
          <p:nvPr/>
        </p:nvSpPr>
        <p:spPr>
          <a:xfrm>
            <a:off x="390812" y="2406308"/>
            <a:ext cx="2590800" cy="1369200"/>
          </a:xfrm>
          <a:prstGeom prst="roundRect">
            <a:avLst>
              <a:gd name="adj" fmla="val 5000"/>
            </a:avLst>
          </a:prstGeom>
          <a:solidFill>
            <a:srgbClr val="00A3A8">
              <a:alpha val="1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 name="Google Shape;132;p2"/>
          <p:cNvSpPr/>
          <p:nvPr/>
        </p:nvSpPr>
        <p:spPr>
          <a:xfrm rot="10800000" flipH="1">
            <a:off x="386650" y="3959991"/>
            <a:ext cx="8318100" cy="727200"/>
          </a:xfrm>
          <a:prstGeom prst="roundRect">
            <a:avLst>
              <a:gd name="adj" fmla="val 5000"/>
            </a:avLst>
          </a:prstGeom>
          <a:solidFill>
            <a:srgbClr val="334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 name="Google Shape;133;p2"/>
          <p:cNvSpPr/>
          <p:nvPr/>
        </p:nvSpPr>
        <p:spPr>
          <a:xfrm>
            <a:off x="511175" y="1008700"/>
            <a:ext cx="1286100" cy="214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1A5276"/>
              </a:buClr>
              <a:buSzPts val="1046"/>
              <a:buFont typeface="Noto Sans"/>
              <a:buNone/>
            </a:pPr>
            <a:r>
              <a:rPr lang="en-US" sz="946" b="1">
                <a:solidFill>
                  <a:srgbClr val="33475B"/>
                </a:solidFill>
                <a:latin typeface="Lexend Deca"/>
                <a:ea typeface="Lexend Deca"/>
                <a:cs typeface="Lexend Deca"/>
                <a:sym typeface="Lexend Deca"/>
              </a:rPr>
              <a:t>Factores políticos</a:t>
            </a:r>
            <a:endParaRPr sz="946" i="0" u="none" strike="noStrike" cap="none">
              <a:solidFill>
                <a:srgbClr val="33475B"/>
              </a:solidFill>
              <a:latin typeface="Lexend Deca"/>
              <a:ea typeface="Lexend Deca"/>
              <a:cs typeface="Lexend Deca"/>
              <a:sym typeface="Lexend Deca"/>
            </a:endParaRPr>
          </a:p>
        </p:txBody>
      </p:sp>
      <p:sp>
        <p:nvSpPr>
          <p:cNvPr id="134" name="Google Shape;134;p2"/>
          <p:cNvSpPr/>
          <p:nvPr/>
        </p:nvSpPr>
        <p:spPr>
          <a:xfrm>
            <a:off x="511175" y="1289340"/>
            <a:ext cx="1923000" cy="30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i="0" u="none" strike="noStrike" cap="none" dirty="0" err="1">
                <a:solidFill>
                  <a:srgbClr val="555555"/>
                </a:solidFill>
                <a:latin typeface="Lexend Deca"/>
                <a:ea typeface="Lexend Deca"/>
                <a:cs typeface="Lexend Deca"/>
                <a:sym typeface="Lexend Deca"/>
              </a:rPr>
              <a:t>Factores</a:t>
            </a:r>
            <a:r>
              <a:rPr lang="en-US" sz="732" i="0" u="none" strike="noStrike" cap="none" dirty="0">
                <a:solidFill>
                  <a:srgbClr val="555555"/>
                </a:solidFill>
                <a:latin typeface="Lexend Deca"/>
                <a:ea typeface="Lexend Deca"/>
                <a:cs typeface="Lexend Deca"/>
                <a:sym typeface="Lexend Deca"/>
              </a:rPr>
              <a:t> </a:t>
            </a:r>
            <a:r>
              <a:rPr lang="en-US" sz="732" i="0" u="none" strike="noStrike" cap="none" dirty="0" err="1">
                <a:solidFill>
                  <a:srgbClr val="555555"/>
                </a:solidFill>
                <a:latin typeface="Lexend Deca"/>
                <a:ea typeface="Lexend Deca"/>
                <a:cs typeface="Lexend Deca"/>
                <a:sym typeface="Lexend Deca"/>
              </a:rPr>
              <a:t>relacionados</a:t>
            </a:r>
            <a:r>
              <a:rPr lang="en-US" sz="732" i="0" u="none" strike="noStrike" cap="none" dirty="0">
                <a:solidFill>
                  <a:srgbClr val="555555"/>
                </a:solidFill>
                <a:latin typeface="Lexend Deca"/>
                <a:ea typeface="Lexend Deca"/>
                <a:cs typeface="Lexend Deca"/>
                <a:sym typeface="Lexend Deca"/>
              </a:rPr>
              <a:t> con políticas </a:t>
            </a:r>
            <a:r>
              <a:rPr lang="en-US" sz="732" i="0" u="none" strike="noStrike" cap="none" dirty="0" err="1">
                <a:solidFill>
                  <a:srgbClr val="555555"/>
                </a:solidFill>
                <a:latin typeface="Lexend Deca"/>
                <a:ea typeface="Lexend Deca"/>
                <a:cs typeface="Lexend Deca"/>
                <a:sym typeface="Lexend Deca"/>
              </a:rPr>
              <a:t>comerciales</a:t>
            </a:r>
            <a:r>
              <a:rPr lang="en-US" sz="732" i="0" u="none" strike="noStrike" cap="none" dirty="0">
                <a:solidFill>
                  <a:srgbClr val="555555"/>
                </a:solidFill>
                <a:latin typeface="Lexend Deca"/>
                <a:ea typeface="Lexend Deca"/>
                <a:cs typeface="Lexend Deca"/>
                <a:sym typeface="Lexend Deca"/>
              </a:rPr>
              <a:t> y </a:t>
            </a:r>
            <a:r>
              <a:rPr lang="en-US" sz="732" i="0" u="none" strike="noStrike" cap="none" dirty="0" err="1">
                <a:solidFill>
                  <a:srgbClr val="555555"/>
                </a:solidFill>
                <a:latin typeface="Lexend Deca"/>
                <a:ea typeface="Lexend Deca"/>
                <a:cs typeface="Lexend Deca"/>
                <a:sym typeface="Lexend Deca"/>
              </a:rPr>
              <a:t>relaciones</a:t>
            </a:r>
            <a:r>
              <a:rPr lang="en-US" sz="732" i="0" u="none" strike="noStrike" cap="none" dirty="0">
                <a:solidFill>
                  <a:srgbClr val="555555"/>
                </a:solidFill>
                <a:latin typeface="Lexend Deca"/>
                <a:ea typeface="Lexend Deca"/>
                <a:cs typeface="Lexend Deca"/>
                <a:sym typeface="Lexend Deca"/>
              </a:rPr>
              <a:t> </a:t>
            </a:r>
            <a:r>
              <a:rPr lang="en-US" sz="732" i="0" u="none" strike="noStrike" cap="none" dirty="0" err="1">
                <a:solidFill>
                  <a:srgbClr val="555555"/>
                </a:solidFill>
                <a:latin typeface="Lexend Deca"/>
                <a:ea typeface="Lexend Deca"/>
                <a:cs typeface="Lexend Deca"/>
                <a:sym typeface="Lexend Deca"/>
              </a:rPr>
              <a:t>internacionales</a:t>
            </a:r>
            <a:r>
              <a:rPr lang="en-US" sz="732" i="0" u="none" strike="noStrike" cap="none" dirty="0">
                <a:solidFill>
                  <a:srgbClr val="555555"/>
                </a:solidFill>
                <a:latin typeface="Lexend Deca"/>
                <a:ea typeface="Lexend Deca"/>
                <a:cs typeface="Lexend Deca"/>
                <a:sym typeface="Lexend Deca"/>
              </a:rPr>
              <a:t>.</a:t>
            </a:r>
            <a:endParaRPr sz="732" i="0" u="none" strike="noStrike" cap="none" dirty="0">
              <a:solidFill>
                <a:schemeClr val="dk1"/>
              </a:solidFill>
              <a:latin typeface="Lexend Deca"/>
              <a:ea typeface="Lexend Deca"/>
              <a:cs typeface="Lexend Deca"/>
              <a:sym typeface="Lexend Deca"/>
            </a:endParaRPr>
          </a:p>
        </p:txBody>
      </p:sp>
      <p:sp>
        <p:nvSpPr>
          <p:cNvPr id="135" name="Google Shape;135;p2"/>
          <p:cNvSpPr/>
          <p:nvPr/>
        </p:nvSpPr>
        <p:spPr>
          <a:xfrm>
            <a:off x="511175" y="1634181"/>
            <a:ext cx="2359800" cy="142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1A5276"/>
              </a:buClr>
              <a:buSzPts val="732"/>
              <a:buFont typeface="Noto Sans"/>
              <a:buNone/>
            </a:pPr>
            <a:r>
              <a:rPr lang="en-US" sz="732" b="1" i="0" u="none" strike="noStrike" cap="none">
                <a:solidFill>
                  <a:srgbClr val="33475B"/>
                </a:solidFill>
                <a:latin typeface="Lexend Deca"/>
                <a:ea typeface="Lexend Deca"/>
                <a:cs typeface="Lexend Deca"/>
                <a:sym typeface="Lexend Deca"/>
              </a:rPr>
              <a:t>Insights </a:t>
            </a:r>
            <a:r>
              <a:rPr lang="en-US" sz="732" b="1">
                <a:solidFill>
                  <a:srgbClr val="33475B"/>
                </a:solidFill>
                <a:latin typeface="Lexend Deca"/>
                <a:ea typeface="Lexend Deca"/>
                <a:cs typeface="Lexend Deca"/>
                <a:sym typeface="Lexend Deca"/>
              </a:rPr>
              <a:t>e</a:t>
            </a:r>
            <a:r>
              <a:rPr lang="en-US" sz="732" b="1" i="0" u="none" strike="noStrike" cap="none">
                <a:solidFill>
                  <a:srgbClr val="33475B"/>
                </a:solidFill>
                <a:latin typeface="Lexend Deca"/>
                <a:ea typeface="Lexend Deca"/>
                <a:cs typeface="Lexend Deca"/>
                <a:sym typeface="Lexend Deca"/>
              </a:rPr>
              <a:t>stratégicos:</a:t>
            </a:r>
            <a:endParaRPr sz="732" i="0" u="none" strike="noStrike" cap="none">
              <a:solidFill>
                <a:srgbClr val="33475B"/>
              </a:solidFill>
              <a:latin typeface="Lexend Deca"/>
              <a:ea typeface="Lexend Deca"/>
              <a:cs typeface="Lexend Deca"/>
              <a:sym typeface="Lexend Deca"/>
            </a:endParaRPr>
          </a:p>
        </p:txBody>
      </p:sp>
      <p:sp>
        <p:nvSpPr>
          <p:cNvPr id="136" name="Google Shape;136;p2"/>
          <p:cNvSpPr/>
          <p:nvPr/>
        </p:nvSpPr>
        <p:spPr>
          <a:xfrm>
            <a:off x="511175" y="1878650"/>
            <a:ext cx="2359800" cy="150000"/>
          </a:xfrm>
          <a:prstGeom prst="rect">
            <a:avLst/>
          </a:prstGeom>
          <a:noFill/>
          <a:ln>
            <a:noFill/>
          </a:ln>
        </p:spPr>
        <p:txBody>
          <a:bodyPr spcFirstLastPara="1" wrap="square" lIns="17005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dirty="0" err="1">
                <a:solidFill>
                  <a:srgbClr val="333333"/>
                </a:solidFill>
                <a:latin typeface="Lexend Deca"/>
                <a:ea typeface="Lexend Deca"/>
                <a:cs typeface="Lexend Deca"/>
                <a:sym typeface="Lexend Deca"/>
              </a:rPr>
              <a:t>Anticipar</a:t>
            </a:r>
            <a:r>
              <a:rPr lang="en-US" sz="732" i="0" u="none" strike="noStrike" cap="none" dirty="0">
                <a:solidFill>
                  <a:srgbClr val="333333"/>
                </a:solidFill>
                <a:latin typeface="Lexend Deca"/>
                <a:ea typeface="Lexend Deca"/>
                <a:cs typeface="Lexend Deca"/>
                <a:sym typeface="Lexend Deca"/>
              </a:rPr>
              <a:t> </a:t>
            </a:r>
            <a:r>
              <a:rPr lang="en-US" sz="732" i="0" u="none" strike="noStrike" cap="none" dirty="0" err="1">
                <a:solidFill>
                  <a:srgbClr val="333333"/>
                </a:solidFill>
                <a:latin typeface="Lexend Deca"/>
                <a:ea typeface="Lexend Deca"/>
                <a:cs typeface="Lexend Deca"/>
                <a:sym typeface="Lexend Deca"/>
              </a:rPr>
              <a:t>cambios</a:t>
            </a:r>
            <a:r>
              <a:rPr lang="en-US" sz="732" i="0" u="none" strike="noStrike" cap="none" dirty="0">
                <a:solidFill>
                  <a:srgbClr val="333333"/>
                </a:solidFill>
                <a:latin typeface="Lexend Deca"/>
                <a:ea typeface="Lexend Deca"/>
                <a:cs typeface="Lexend Deca"/>
                <a:sym typeface="Lexend Deca"/>
              </a:rPr>
              <a:t> </a:t>
            </a:r>
            <a:r>
              <a:rPr lang="en-US" sz="732" i="0" u="none" strike="noStrike" cap="none" dirty="0" err="1">
                <a:solidFill>
                  <a:srgbClr val="333333"/>
                </a:solidFill>
                <a:latin typeface="Lexend Deca"/>
                <a:ea typeface="Lexend Deca"/>
                <a:cs typeface="Lexend Deca"/>
                <a:sym typeface="Lexend Deca"/>
              </a:rPr>
              <a:t>en</a:t>
            </a:r>
            <a:r>
              <a:rPr lang="en-US" sz="732" i="0" u="none" strike="noStrike" cap="none" dirty="0">
                <a:solidFill>
                  <a:srgbClr val="333333"/>
                </a:solidFill>
                <a:latin typeface="Lexend Deca"/>
                <a:ea typeface="Lexend Deca"/>
                <a:cs typeface="Lexend Deca"/>
                <a:sym typeface="Lexend Deca"/>
              </a:rPr>
              <a:t> políticas </a:t>
            </a:r>
            <a:r>
              <a:rPr lang="en-US" sz="732" i="0" u="none" strike="noStrike" cap="none" dirty="0" err="1">
                <a:solidFill>
                  <a:srgbClr val="333333"/>
                </a:solidFill>
                <a:latin typeface="Lexend Deca"/>
                <a:ea typeface="Lexend Deca"/>
                <a:cs typeface="Lexend Deca"/>
                <a:sym typeface="Lexend Deca"/>
              </a:rPr>
              <a:t>fiscales</a:t>
            </a:r>
            <a:r>
              <a:rPr lang="en-US" sz="732" i="0" u="none" strike="noStrike" cap="none" dirty="0">
                <a:solidFill>
                  <a:srgbClr val="333333"/>
                </a:solidFill>
                <a:latin typeface="Lexend Deca"/>
                <a:ea typeface="Lexend Deca"/>
                <a:cs typeface="Lexend Deca"/>
                <a:sym typeface="Lexend Deca"/>
              </a:rPr>
              <a:t>.</a:t>
            </a:r>
            <a:endParaRPr sz="732" i="0" u="none" strike="noStrike" cap="none" dirty="0">
              <a:solidFill>
                <a:schemeClr val="dk1"/>
              </a:solidFill>
              <a:latin typeface="Lexend Deca"/>
              <a:ea typeface="Lexend Deca"/>
              <a:cs typeface="Lexend Deca"/>
              <a:sym typeface="Lexend Deca"/>
            </a:endParaRPr>
          </a:p>
        </p:txBody>
      </p:sp>
      <p:sp>
        <p:nvSpPr>
          <p:cNvPr id="137" name="Google Shape;137;p2"/>
          <p:cNvSpPr/>
          <p:nvPr/>
        </p:nvSpPr>
        <p:spPr>
          <a:xfrm>
            <a:off x="511175" y="2064388"/>
            <a:ext cx="2359800" cy="150000"/>
          </a:xfrm>
          <a:prstGeom prst="rect">
            <a:avLst/>
          </a:prstGeom>
          <a:noFill/>
          <a:ln>
            <a:noFill/>
          </a:ln>
        </p:spPr>
        <p:txBody>
          <a:bodyPr spcFirstLastPara="1" wrap="square" lIns="17005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a:solidFill>
                  <a:srgbClr val="333333"/>
                </a:solidFill>
                <a:latin typeface="Lexend Deca"/>
                <a:ea typeface="Lexend Deca"/>
                <a:cs typeface="Lexend Deca"/>
                <a:sym typeface="Lexend Deca"/>
              </a:rPr>
              <a:t>Monitorear tensiones geopolíticas.</a:t>
            </a:r>
            <a:endParaRPr sz="732" i="0" u="none" strike="noStrike" cap="none">
              <a:solidFill>
                <a:schemeClr val="dk1"/>
              </a:solidFill>
              <a:latin typeface="Lexend Deca"/>
              <a:ea typeface="Lexend Deca"/>
              <a:cs typeface="Lexend Deca"/>
              <a:sym typeface="Lexend Deca"/>
            </a:endParaRPr>
          </a:p>
        </p:txBody>
      </p:sp>
      <p:sp>
        <p:nvSpPr>
          <p:cNvPr id="138" name="Google Shape;138;p2"/>
          <p:cNvSpPr/>
          <p:nvPr/>
        </p:nvSpPr>
        <p:spPr>
          <a:xfrm>
            <a:off x="3257255" y="1008700"/>
            <a:ext cx="1378800" cy="214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1046"/>
              <a:buFont typeface="Noto Sans"/>
              <a:buNone/>
            </a:pPr>
            <a:r>
              <a:rPr lang="en-US" sz="946" b="1">
                <a:solidFill>
                  <a:srgbClr val="33475B"/>
                </a:solidFill>
                <a:latin typeface="Lexend Deca"/>
                <a:ea typeface="Lexend Deca"/>
                <a:cs typeface="Lexend Deca"/>
                <a:sym typeface="Lexend Deca"/>
              </a:rPr>
              <a:t>Factores económicos</a:t>
            </a:r>
            <a:endParaRPr sz="946" i="0" u="none" strike="noStrike" cap="none">
              <a:solidFill>
                <a:srgbClr val="33475B"/>
              </a:solidFill>
              <a:latin typeface="Lexend Deca"/>
              <a:ea typeface="Lexend Deca"/>
              <a:cs typeface="Lexend Deca"/>
              <a:sym typeface="Lexend Deca"/>
            </a:endParaRPr>
          </a:p>
        </p:txBody>
      </p:sp>
      <p:sp>
        <p:nvSpPr>
          <p:cNvPr id="139" name="Google Shape;139;p2"/>
          <p:cNvSpPr/>
          <p:nvPr/>
        </p:nvSpPr>
        <p:spPr>
          <a:xfrm>
            <a:off x="3257250" y="1289340"/>
            <a:ext cx="1794600" cy="30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i="0" u="none" strike="noStrike" cap="none">
                <a:solidFill>
                  <a:srgbClr val="555555"/>
                </a:solidFill>
                <a:latin typeface="Lexend Deca"/>
                <a:ea typeface="Lexend Deca"/>
                <a:cs typeface="Lexend Deca"/>
                <a:sym typeface="Lexend Deca"/>
              </a:rPr>
              <a:t>Indicadores macroeconómicos y tendencias de mercado.</a:t>
            </a:r>
            <a:endParaRPr sz="732" i="0" u="none" strike="noStrike" cap="none">
              <a:solidFill>
                <a:schemeClr val="dk1"/>
              </a:solidFill>
              <a:latin typeface="Lexend Deca"/>
              <a:ea typeface="Lexend Deca"/>
              <a:cs typeface="Lexend Deca"/>
              <a:sym typeface="Lexend Deca"/>
            </a:endParaRPr>
          </a:p>
        </p:txBody>
      </p:sp>
      <p:sp>
        <p:nvSpPr>
          <p:cNvPr id="140" name="Google Shape;140;p2"/>
          <p:cNvSpPr/>
          <p:nvPr/>
        </p:nvSpPr>
        <p:spPr>
          <a:xfrm>
            <a:off x="3257243" y="1634170"/>
            <a:ext cx="2590800" cy="142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498DB"/>
              </a:buClr>
              <a:buSzPts val="732"/>
              <a:buFont typeface="Noto Sans"/>
              <a:buNone/>
            </a:pPr>
            <a:r>
              <a:rPr lang="en-US" sz="732" b="1" i="0" u="none" strike="noStrike" cap="none">
                <a:solidFill>
                  <a:srgbClr val="33475B"/>
                </a:solidFill>
                <a:latin typeface="Lexend Deca"/>
                <a:ea typeface="Lexend Deca"/>
                <a:cs typeface="Lexend Deca"/>
                <a:sym typeface="Lexend Deca"/>
              </a:rPr>
              <a:t>Insights </a:t>
            </a:r>
            <a:r>
              <a:rPr lang="en-US" sz="732" b="1">
                <a:solidFill>
                  <a:srgbClr val="33475B"/>
                </a:solidFill>
                <a:latin typeface="Lexend Deca"/>
                <a:ea typeface="Lexend Deca"/>
                <a:cs typeface="Lexend Deca"/>
                <a:sym typeface="Lexend Deca"/>
              </a:rPr>
              <a:t>e</a:t>
            </a:r>
            <a:r>
              <a:rPr lang="en-US" sz="732" b="1" i="0" u="none" strike="noStrike" cap="none">
                <a:solidFill>
                  <a:srgbClr val="33475B"/>
                </a:solidFill>
                <a:latin typeface="Lexend Deca"/>
                <a:ea typeface="Lexend Deca"/>
                <a:cs typeface="Lexend Deca"/>
                <a:sym typeface="Lexend Deca"/>
              </a:rPr>
              <a:t>stratégicos:</a:t>
            </a:r>
            <a:endParaRPr sz="732" i="0" u="none" strike="noStrike" cap="none">
              <a:solidFill>
                <a:srgbClr val="33475B"/>
              </a:solidFill>
              <a:latin typeface="Lexend Deca"/>
              <a:ea typeface="Lexend Deca"/>
              <a:cs typeface="Lexend Deca"/>
              <a:sym typeface="Lexend Deca"/>
            </a:endParaRPr>
          </a:p>
        </p:txBody>
      </p:sp>
      <p:sp>
        <p:nvSpPr>
          <p:cNvPr id="141" name="Google Shape;141;p2"/>
          <p:cNvSpPr/>
          <p:nvPr/>
        </p:nvSpPr>
        <p:spPr>
          <a:xfrm>
            <a:off x="3257243" y="1878639"/>
            <a:ext cx="2590800" cy="150000"/>
          </a:xfrm>
          <a:prstGeom prst="rect">
            <a:avLst/>
          </a:prstGeom>
          <a:noFill/>
          <a:ln>
            <a:noFill/>
          </a:ln>
        </p:spPr>
        <p:txBody>
          <a:bodyPr spcFirstLastPara="1" wrap="square" lIns="17005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a:solidFill>
                  <a:srgbClr val="333333"/>
                </a:solidFill>
                <a:latin typeface="Lexend Deca"/>
                <a:ea typeface="Lexend Deca"/>
                <a:cs typeface="Lexend Deca"/>
                <a:sym typeface="Lexend Deca"/>
              </a:rPr>
              <a:t>Evaluar el impacto de la inflación.</a:t>
            </a:r>
            <a:endParaRPr sz="732" i="0" u="none" strike="noStrike" cap="none">
              <a:solidFill>
                <a:schemeClr val="dk1"/>
              </a:solidFill>
              <a:latin typeface="Lexend Deca"/>
              <a:ea typeface="Lexend Deca"/>
              <a:cs typeface="Lexend Deca"/>
              <a:sym typeface="Lexend Deca"/>
            </a:endParaRPr>
          </a:p>
        </p:txBody>
      </p:sp>
      <p:sp>
        <p:nvSpPr>
          <p:cNvPr id="142" name="Google Shape;142;p2"/>
          <p:cNvSpPr/>
          <p:nvPr/>
        </p:nvSpPr>
        <p:spPr>
          <a:xfrm>
            <a:off x="3257243" y="2064377"/>
            <a:ext cx="2590800" cy="150000"/>
          </a:xfrm>
          <a:prstGeom prst="rect">
            <a:avLst/>
          </a:prstGeom>
          <a:noFill/>
          <a:ln>
            <a:noFill/>
          </a:ln>
        </p:spPr>
        <p:txBody>
          <a:bodyPr spcFirstLastPara="1" wrap="square" lIns="17005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a:solidFill>
                  <a:srgbClr val="333333"/>
                </a:solidFill>
                <a:latin typeface="Lexend Deca"/>
                <a:ea typeface="Lexend Deca"/>
                <a:cs typeface="Lexend Deca"/>
                <a:sym typeface="Lexend Deca"/>
              </a:rPr>
              <a:t>Mitigar efectos de fluctuaciones cambiarias.</a:t>
            </a:r>
            <a:endParaRPr sz="732" i="0" u="none" strike="noStrike" cap="none">
              <a:solidFill>
                <a:schemeClr val="dk1"/>
              </a:solidFill>
              <a:latin typeface="Lexend Deca"/>
              <a:ea typeface="Lexend Deca"/>
              <a:cs typeface="Lexend Deca"/>
              <a:sym typeface="Lexend Deca"/>
            </a:endParaRPr>
          </a:p>
        </p:txBody>
      </p:sp>
      <p:sp>
        <p:nvSpPr>
          <p:cNvPr id="143" name="Google Shape;143;p2"/>
          <p:cNvSpPr/>
          <p:nvPr/>
        </p:nvSpPr>
        <p:spPr>
          <a:xfrm>
            <a:off x="6149477" y="1008700"/>
            <a:ext cx="1527600" cy="214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9B59B6"/>
              </a:buClr>
              <a:buSzPts val="1046"/>
              <a:buFont typeface="Noto Sans"/>
              <a:buNone/>
            </a:pPr>
            <a:r>
              <a:rPr lang="en-US" sz="946" b="1">
                <a:solidFill>
                  <a:srgbClr val="33475B"/>
                </a:solidFill>
                <a:latin typeface="Lexend Deca"/>
                <a:ea typeface="Lexend Deca"/>
                <a:cs typeface="Lexend Deca"/>
                <a:sym typeface="Lexend Deca"/>
              </a:rPr>
              <a:t>Factores sociales</a:t>
            </a:r>
            <a:endParaRPr sz="946" i="0" u="none" strike="noStrike" cap="none">
              <a:solidFill>
                <a:srgbClr val="33475B"/>
              </a:solidFill>
              <a:latin typeface="Lexend Deca"/>
              <a:ea typeface="Lexend Deca"/>
              <a:cs typeface="Lexend Deca"/>
              <a:sym typeface="Lexend Deca"/>
            </a:endParaRPr>
          </a:p>
        </p:txBody>
      </p:sp>
      <p:sp>
        <p:nvSpPr>
          <p:cNvPr id="144" name="Google Shape;144;p2"/>
          <p:cNvSpPr/>
          <p:nvPr/>
        </p:nvSpPr>
        <p:spPr>
          <a:xfrm>
            <a:off x="6149475" y="1289340"/>
            <a:ext cx="1724400" cy="290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i="0" u="none" strike="noStrike" cap="none" dirty="0">
                <a:solidFill>
                  <a:srgbClr val="555555"/>
                </a:solidFill>
                <a:latin typeface="Lexend Deca"/>
                <a:ea typeface="Lexend Deca"/>
                <a:cs typeface="Lexend Deca"/>
                <a:sym typeface="Lexend Deca"/>
              </a:rPr>
              <a:t>Cambios </a:t>
            </a:r>
            <a:r>
              <a:rPr lang="en-US" sz="732" i="0" u="none" strike="noStrike" cap="none" dirty="0" err="1">
                <a:solidFill>
                  <a:srgbClr val="555555"/>
                </a:solidFill>
                <a:latin typeface="Lexend Deca"/>
                <a:ea typeface="Lexend Deca"/>
                <a:cs typeface="Lexend Deca"/>
                <a:sym typeface="Lexend Deca"/>
              </a:rPr>
              <a:t>demográficos</a:t>
            </a:r>
            <a:r>
              <a:rPr lang="en-US" sz="732" i="0" u="none" strike="noStrike" cap="none" dirty="0">
                <a:solidFill>
                  <a:srgbClr val="555555"/>
                </a:solidFill>
                <a:latin typeface="Lexend Deca"/>
                <a:ea typeface="Lexend Deca"/>
                <a:cs typeface="Lexend Deca"/>
                <a:sym typeface="Lexend Deca"/>
              </a:rPr>
              <a:t> y </a:t>
            </a:r>
            <a:br>
              <a:rPr lang="en-US" sz="732" i="0" u="none" strike="noStrike" cap="none" dirty="0">
                <a:solidFill>
                  <a:srgbClr val="555555"/>
                </a:solidFill>
                <a:latin typeface="Lexend Deca"/>
                <a:ea typeface="Lexend Deca"/>
                <a:cs typeface="Lexend Deca"/>
                <a:sym typeface="Lexend Deca"/>
              </a:rPr>
            </a:br>
            <a:r>
              <a:rPr lang="en-US" sz="732" i="0" u="none" strike="noStrike" cap="none" dirty="0" err="1">
                <a:solidFill>
                  <a:srgbClr val="555555"/>
                </a:solidFill>
                <a:latin typeface="Lexend Deca"/>
                <a:ea typeface="Lexend Deca"/>
                <a:cs typeface="Lexend Deca"/>
                <a:sym typeface="Lexend Deca"/>
              </a:rPr>
              <a:t>tendencias</a:t>
            </a:r>
            <a:r>
              <a:rPr lang="en-US" sz="732" i="0" u="none" strike="noStrike" cap="none" dirty="0">
                <a:solidFill>
                  <a:srgbClr val="555555"/>
                </a:solidFill>
                <a:latin typeface="Lexend Deca"/>
                <a:ea typeface="Lexend Deca"/>
                <a:cs typeface="Lexend Deca"/>
                <a:sym typeface="Lexend Deca"/>
              </a:rPr>
              <a:t> </a:t>
            </a:r>
            <a:r>
              <a:rPr lang="en-US" sz="732" i="0" u="none" strike="noStrike" cap="none" dirty="0" err="1">
                <a:solidFill>
                  <a:srgbClr val="555555"/>
                </a:solidFill>
                <a:latin typeface="Lexend Deca"/>
                <a:ea typeface="Lexend Deca"/>
                <a:cs typeface="Lexend Deca"/>
                <a:sym typeface="Lexend Deca"/>
              </a:rPr>
              <a:t>culturales</a:t>
            </a:r>
            <a:r>
              <a:rPr lang="en-US" sz="732" i="0" u="none" strike="noStrike" cap="none" dirty="0">
                <a:solidFill>
                  <a:srgbClr val="555555"/>
                </a:solidFill>
                <a:latin typeface="Lexend Deca"/>
                <a:ea typeface="Lexend Deca"/>
                <a:cs typeface="Lexend Deca"/>
                <a:sym typeface="Lexend Deca"/>
              </a:rPr>
              <a:t>.</a:t>
            </a:r>
            <a:endParaRPr sz="732" i="0" u="none" strike="noStrike" cap="none" dirty="0">
              <a:solidFill>
                <a:schemeClr val="dk1"/>
              </a:solidFill>
              <a:latin typeface="Lexend Deca"/>
              <a:ea typeface="Lexend Deca"/>
              <a:cs typeface="Lexend Deca"/>
              <a:sym typeface="Lexend Deca"/>
            </a:endParaRPr>
          </a:p>
        </p:txBody>
      </p:sp>
      <p:sp>
        <p:nvSpPr>
          <p:cNvPr id="145" name="Google Shape;145;p2"/>
          <p:cNvSpPr/>
          <p:nvPr/>
        </p:nvSpPr>
        <p:spPr>
          <a:xfrm>
            <a:off x="6149475" y="1620489"/>
            <a:ext cx="2227200" cy="142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9B59B6"/>
              </a:buClr>
              <a:buSzPts val="732"/>
              <a:buFont typeface="Noto Sans"/>
              <a:buNone/>
            </a:pPr>
            <a:r>
              <a:rPr lang="en-US" sz="732" b="1" i="0" u="none" strike="noStrike" cap="none">
                <a:solidFill>
                  <a:srgbClr val="33475B"/>
                </a:solidFill>
                <a:latin typeface="Lexend Deca"/>
                <a:ea typeface="Lexend Deca"/>
                <a:cs typeface="Lexend Deca"/>
                <a:sym typeface="Lexend Deca"/>
              </a:rPr>
              <a:t>Insights </a:t>
            </a:r>
            <a:r>
              <a:rPr lang="en-US" sz="732" b="1">
                <a:solidFill>
                  <a:srgbClr val="33475B"/>
                </a:solidFill>
                <a:latin typeface="Lexend Deca"/>
                <a:ea typeface="Lexend Deca"/>
                <a:cs typeface="Lexend Deca"/>
                <a:sym typeface="Lexend Deca"/>
              </a:rPr>
              <a:t>e</a:t>
            </a:r>
            <a:r>
              <a:rPr lang="en-US" sz="732" b="1" i="0" u="none" strike="noStrike" cap="none">
                <a:solidFill>
                  <a:srgbClr val="33475B"/>
                </a:solidFill>
                <a:latin typeface="Lexend Deca"/>
                <a:ea typeface="Lexend Deca"/>
                <a:cs typeface="Lexend Deca"/>
                <a:sym typeface="Lexend Deca"/>
              </a:rPr>
              <a:t>stratégicos:</a:t>
            </a:r>
            <a:endParaRPr sz="732" i="0" u="none" strike="noStrike" cap="none">
              <a:solidFill>
                <a:srgbClr val="33475B"/>
              </a:solidFill>
              <a:latin typeface="Lexend Deca"/>
              <a:ea typeface="Lexend Deca"/>
              <a:cs typeface="Lexend Deca"/>
              <a:sym typeface="Lexend Deca"/>
            </a:endParaRPr>
          </a:p>
        </p:txBody>
      </p:sp>
      <p:sp>
        <p:nvSpPr>
          <p:cNvPr id="146" name="Google Shape;146;p2"/>
          <p:cNvSpPr/>
          <p:nvPr/>
        </p:nvSpPr>
        <p:spPr>
          <a:xfrm>
            <a:off x="6149475" y="1849480"/>
            <a:ext cx="2227200" cy="150000"/>
          </a:xfrm>
          <a:prstGeom prst="rect">
            <a:avLst/>
          </a:prstGeom>
          <a:noFill/>
          <a:ln>
            <a:noFill/>
          </a:ln>
        </p:spPr>
        <p:txBody>
          <a:bodyPr spcFirstLastPara="1" wrap="square" lIns="17005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a:solidFill>
                  <a:srgbClr val="333333"/>
                </a:solidFill>
                <a:latin typeface="Lexend Deca"/>
                <a:ea typeface="Lexend Deca"/>
                <a:cs typeface="Lexend Deca"/>
                <a:sym typeface="Lexend Deca"/>
              </a:rPr>
              <a:t>Adaptar a preferencias sostenibles.</a:t>
            </a:r>
            <a:endParaRPr sz="732" i="0" u="none" strike="noStrike" cap="none">
              <a:solidFill>
                <a:schemeClr val="dk1"/>
              </a:solidFill>
              <a:latin typeface="Lexend Deca"/>
              <a:ea typeface="Lexend Deca"/>
              <a:cs typeface="Lexend Deca"/>
              <a:sym typeface="Lexend Deca"/>
            </a:endParaRPr>
          </a:p>
        </p:txBody>
      </p:sp>
      <p:sp>
        <p:nvSpPr>
          <p:cNvPr id="147" name="Google Shape;147;p2"/>
          <p:cNvSpPr/>
          <p:nvPr/>
        </p:nvSpPr>
        <p:spPr>
          <a:xfrm>
            <a:off x="6149475" y="2035216"/>
            <a:ext cx="2227200" cy="150000"/>
          </a:xfrm>
          <a:prstGeom prst="rect">
            <a:avLst/>
          </a:prstGeom>
          <a:noFill/>
          <a:ln>
            <a:noFill/>
          </a:ln>
        </p:spPr>
        <p:txBody>
          <a:bodyPr spcFirstLastPara="1" wrap="square" lIns="17005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a:solidFill>
                  <a:srgbClr val="333333"/>
                </a:solidFill>
                <a:latin typeface="Lexend Deca"/>
                <a:ea typeface="Lexend Deca"/>
                <a:cs typeface="Lexend Deca"/>
                <a:sym typeface="Lexend Deca"/>
              </a:rPr>
              <a:t>Considerar el envejecimiento poblacional.</a:t>
            </a:r>
            <a:endParaRPr sz="732" i="0" u="none" strike="noStrike" cap="none">
              <a:solidFill>
                <a:schemeClr val="dk1"/>
              </a:solidFill>
              <a:latin typeface="Lexend Deca"/>
              <a:ea typeface="Lexend Deca"/>
              <a:cs typeface="Lexend Deca"/>
              <a:sym typeface="Lexend Deca"/>
            </a:endParaRPr>
          </a:p>
        </p:txBody>
      </p:sp>
      <p:sp>
        <p:nvSpPr>
          <p:cNvPr id="148" name="Google Shape;148;p2"/>
          <p:cNvSpPr/>
          <p:nvPr/>
        </p:nvSpPr>
        <p:spPr>
          <a:xfrm>
            <a:off x="511174" y="2488850"/>
            <a:ext cx="1724400" cy="214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F39C12"/>
              </a:buClr>
              <a:buSzPts val="1046"/>
              <a:buFont typeface="Noto Sans"/>
              <a:buNone/>
            </a:pPr>
            <a:r>
              <a:rPr lang="en-US" sz="946" b="1">
                <a:solidFill>
                  <a:srgbClr val="33475B"/>
                </a:solidFill>
                <a:latin typeface="Lexend Deca"/>
                <a:ea typeface="Lexend Deca"/>
                <a:cs typeface="Lexend Deca"/>
                <a:sym typeface="Lexend Deca"/>
              </a:rPr>
              <a:t>Factores tecnológicos</a:t>
            </a:r>
            <a:endParaRPr sz="946" i="0" u="none" strike="noStrike" cap="none">
              <a:solidFill>
                <a:srgbClr val="33475B"/>
              </a:solidFill>
              <a:latin typeface="Lexend Deca"/>
              <a:ea typeface="Lexend Deca"/>
              <a:cs typeface="Lexend Deca"/>
              <a:sym typeface="Lexend Deca"/>
            </a:endParaRPr>
          </a:p>
        </p:txBody>
      </p:sp>
      <p:sp>
        <p:nvSpPr>
          <p:cNvPr id="149" name="Google Shape;149;p2"/>
          <p:cNvSpPr/>
          <p:nvPr/>
        </p:nvSpPr>
        <p:spPr>
          <a:xfrm>
            <a:off x="511175" y="2831488"/>
            <a:ext cx="23598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i="0" u="none" strike="noStrike" cap="none">
                <a:solidFill>
                  <a:srgbClr val="555555"/>
                </a:solidFill>
                <a:latin typeface="Lexend Deca"/>
                <a:ea typeface="Lexend Deca"/>
                <a:cs typeface="Lexend Deca"/>
                <a:sym typeface="Lexend Deca"/>
              </a:rPr>
              <a:t>Innovaciones disruptivas y digitalización del sector.</a:t>
            </a:r>
            <a:endParaRPr sz="732" i="0" u="none" strike="noStrike" cap="none">
              <a:solidFill>
                <a:schemeClr val="dk1"/>
              </a:solidFill>
              <a:latin typeface="Lexend Deca"/>
              <a:ea typeface="Lexend Deca"/>
              <a:cs typeface="Lexend Deca"/>
              <a:sym typeface="Lexend Deca"/>
            </a:endParaRPr>
          </a:p>
        </p:txBody>
      </p:sp>
      <p:sp>
        <p:nvSpPr>
          <p:cNvPr id="150" name="Google Shape;150;p2"/>
          <p:cNvSpPr/>
          <p:nvPr/>
        </p:nvSpPr>
        <p:spPr>
          <a:xfrm>
            <a:off x="511175" y="3045911"/>
            <a:ext cx="2359800" cy="142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F39C12"/>
              </a:buClr>
              <a:buSzPts val="732"/>
              <a:buFont typeface="Noto Sans"/>
              <a:buNone/>
            </a:pPr>
            <a:r>
              <a:rPr lang="en-US" sz="732" b="1" i="0" u="none" strike="noStrike" cap="none">
                <a:solidFill>
                  <a:srgbClr val="33475B"/>
                </a:solidFill>
                <a:latin typeface="Lexend Deca"/>
                <a:ea typeface="Lexend Deca"/>
                <a:cs typeface="Lexend Deca"/>
                <a:sym typeface="Lexend Deca"/>
              </a:rPr>
              <a:t>Insights </a:t>
            </a:r>
            <a:r>
              <a:rPr lang="en-US" sz="732" b="1">
                <a:solidFill>
                  <a:srgbClr val="33475B"/>
                </a:solidFill>
                <a:latin typeface="Lexend Deca"/>
                <a:ea typeface="Lexend Deca"/>
                <a:cs typeface="Lexend Deca"/>
                <a:sym typeface="Lexend Deca"/>
              </a:rPr>
              <a:t>e</a:t>
            </a:r>
            <a:r>
              <a:rPr lang="en-US" sz="732" b="1" i="0" u="none" strike="noStrike" cap="none">
                <a:solidFill>
                  <a:srgbClr val="33475B"/>
                </a:solidFill>
                <a:latin typeface="Lexend Deca"/>
                <a:ea typeface="Lexend Deca"/>
                <a:cs typeface="Lexend Deca"/>
                <a:sym typeface="Lexend Deca"/>
              </a:rPr>
              <a:t>stratégicos:</a:t>
            </a:r>
            <a:endParaRPr sz="732" i="0" u="none" strike="noStrike" cap="none">
              <a:solidFill>
                <a:srgbClr val="33475B"/>
              </a:solidFill>
              <a:latin typeface="Lexend Deca"/>
              <a:ea typeface="Lexend Deca"/>
              <a:cs typeface="Lexend Deca"/>
              <a:sym typeface="Lexend Deca"/>
            </a:endParaRPr>
          </a:p>
        </p:txBody>
      </p:sp>
      <p:sp>
        <p:nvSpPr>
          <p:cNvPr id="151" name="Google Shape;151;p2"/>
          <p:cNvSpPr/>
          <p:nvPr/>
        </p:nvSpPr>
        <p:spPr>
          <a:xfrm>
            <a:off x="511175" y="3270772"/>
            <a:ext cx="2359800" cy="150000"/>
          </a:xfrm>
          <a:prstGeom prst="rect">
            <a:avLst/>
          </a:prstGeom>
          <a:noFill/>
          <a:ln>
            <a:noFill/>
          </a:ln>
        </p:spPr>
        <p:txBody>
          <a:bodyPr spcFirstLastPara="1" wrap="square" lIns="17005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a:solidFill>
                  <a:srgbClr val="333333"/>
                </a:solidFill>
                <a:latin typeface="Lexend Deca"/>
                <a:ea typeface="Lexend Deca"/>
                <a:cs typeface="Lexend Deca"/>
                <a:sym typeface="Lexend Deca"/>
              </a:rPr>
              <a:t>Invertir en automatización de procesos.</a:t>
            </a:r>
            <a:endParaRPr sz="732" i="0" u="none" strike="noStrike" cap="none">
              <a:solidFill>
                <a:schemeClr val="dk1"/>
              </a:solidFill>
              <a:latin typeface="Lexend Deca"/>
              <a:ea typeface="Lexend Deca"/>
              <a:cs typeface="Lexend Deca"/>
              <a:sym typeface="Lexend Deca"/>
            </a:endParaRPr>
          </a:p>
        </p:txBody>
      </p:sp>
      <p:sp>
        <p:nvSpPr>
          <p:cNvPr id="152" name="Google Shape;152;p2"/>
          <p:cNvSpPr/>
          <p:nvPr/>
        </p:nvSpPr>
        <p:spPr>
          <a:xfrm>
            <a:off x="511175" y="3451708"/>
            <a:ext cx="2359800" cy="150000"/>
          </a:xfrm>
          <a:prstGeom prst="rect">
            <a:avLst/>
          </a:prstGeom>
          <a:noFill/>
          <a:ln>
            <a:noFill/>
          </a:ln>
        </p:spPr>
        <p:txBody>
          <a:bodyPr spcFirstLastPara="1" wrap="square" lIns="17005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a:solidFill>
                  <a:srgbClr val="333333"/>
                </a:solidFill>
                <a:latin typeface="Lexend Deca"/>
                <a:ea typeface="Lexend Deca"/>
                <a:cs typeface="Lexend Deca"/>
                <a:sym typeface="Lexend Deca"/>
              </a:rPr>
              <a:t>Fortalecer infraestructura de seguridad.</a:t>
            </a:r>
            <a:endParaRPr sz="732" i="0" u="none" strike="noStrike" cap="none">
              <a:solidFill>
                <a:schemeClr val="dk1"/>
              </a:solidFill>
              <a:latin typeface="Lexend Deca"/>
              <a:ea typeface="Lexend Deca"/>
              <a:cs typeface="Lexend Deca"/>
              <a:sym typeface="Lexend Deca"/>
            </a:endParaRPr>
          </a:p>
        </p:txBody>
      </p:sp>
      <p:sp>
        <p:nvSpPr>
          <p:cNvPr id="153" name="Google Shape;153;p2"/>
          <p:cNvSpPr/>
          <p:nvPr/>
        </p:nvSpPr>
        <p:spPr>
          <a:xfrm>
            <a:off x="3257260" y="2488850"/>
            <a:ext cx="1794600" cy="214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2ECC71"/>
              </a:buClr>
              <a:buSzPts val="1046"/>
              <a:buFont typeface="Noto Sans"/>
              <a:buNone/>
            </a:pPr>
            <a:r>
              <a:rPr lang="en-US" sz="946" b="1">
                <a:solidFill>
                  <a:srgbClr val="33475B"/>
                </a:solidFill>
                <a:latin typeface="Lexend Deca"/>
                <a:ea typeface="Lexend Deca"/>
                <a:cs typeface="Lexend Deca"/>
                <a:sym typeface="Lexend Deca"/>
              </a:rPr>
              <a:t>Factores ecológicos</a:t>
            </a:r>
            <a:endParaRPr sz="946" i="0" u="none" strike="noStrike" cap="none">
              <a:solidFill>
                <a:srgbClr val="33475B"/>
              </a:solidFill>
              <a:latin typeface="Lexend Deca"/>
              <a:ea typeface="Lexend Deca"/>
              <a:cs typeface="Lexend Deca"/>
              <a:sym typeface="Lexend Deca"/>
            </a:endParaRPr>
          </a:p>
        </p:txBody>
      </p:sp>
      <p:sp>
        <p:nvSpPr>
          <p:cNvPr id="154" name="Google Shape;154;p2"/>
          <p:cNvSpPr/>
          <p:nvPr/>
        </p:nvSpPr>
        <p:spPr>
          <a:xfrm>
            <a:off x="3257243" y="2831480"/>
            <a:ext cx="25908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i="0" u="none" strike="noStrike" cap="none">
                <a:solidFill>
                  <a:srgbClr val="555555"/>
                </a:solidFill>
                <a:latin typeface="Lexend Deca"/>
                <a:ea typeface="Lexend Deca"/>
                <a:cs typeface="Lexend Deca"/>
                <a:sym typeface="Lexend Deca"/>
              </a:rPr>
              <a:t>Regulaciones ambientales y sostenibilidad.</a:t>
            </a:r>
            <a:endParaRPr sz="732" i="0" u="none" strike="noStrike" cap="none">
              <a:solidFill>
                <a:schemeClr val="dk1"/>
              </a:solidFill>
              <a:latin typeface="Lexend Deca"/>
              <a:ea typeface="Lexend Deca"/>
              <a:cs typeface="Lexend Deca"/>
              <a:sym typeface="Lexend Deca"/>
            </a:endParaRPr>
          </a:p>
        </p:txBody>
      </p:sp>
      <p:sp>
        <p:nvSpPr>
          <p:cNvPr id="155" name="Google Shape;155;p2"/>
          <p:cNvSpPr/>
          <p:nvPr/>
        </p:nvSpPr>
        <p:spPr>
          <a:xfrm>
            <a:off x="3257243" y="3045903"/>
            <a:ext cx="2590800" cy="142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2ECC71"/>
              </a:buClr>
              <a:buSzPts val="732"/>
              <a:buFont typeface="Noto Sans"/>
              <a:buNone/>
            </a:pPr>
            <a:r>
              <a:rPr lang="en-US" sz="732" b="1" i="0" u="none" strike="noStrike" cap="none">
                <a:solidFill>
                  <a:srgbClr val="33475B"/>
                </a:solidFill>
                <a:latin typeface="Lexend Deca"/>
                <a:ea typeface="Lexend Deca"/>
                <a:cs typeface="Lexend Deca"/>
                <a:sym typeface="Lexend Deca"/>
              </a:rPr>
              <a:t>Insights </a:t>
            </a:r>
            <a:r>
              <a:rPr lang="en-US" sz="732" b="1">
                <a:solidFill>
                  <a:srgbClr val="33475B"/>
                </a:solidFill>
                <a:latin typeface="Lexend Deca"/>
                <a:ea typeface="Lexend Deca"/>
                <a:cs typeface="Lexend Deca"/>
                <a:sym typeface="Lexend Deca"/>
              </a:rPr>
              <a:t>e</a:t>
            </a:r>
            <a:r>
              <a:rPr lang="en-US" sz="732" b="1" i="0" u="none" strike="noStrike" cap="none">
                <a:solidFill>
                  <a:srgbClr val="33475B"/>
                </a:solidFill>
                <a:latin typeface="Lexend Deca"/>
                <a:ea typeface="Lexend Deca"/>
                <a:cs typeface="Lexend Deca"/>
                <a:sym typeface="Lexend Deca"/>
              </a:rPr>
              <a:t>stratégicos:</a:t>
            </a:r>
            <a:endParaRPr sz="732" i="0" u="none" strike="noStrike" cap="none">
              <a:solidFill>
                <a:srgbClr val="33475B"/>
              </a:solidFill>
              <a:latin typeface="Lexend Deca"/>
              <a:ea typeface="Lexend Deca"/>
              <a:cs typeface="Lexend Deca"/>
              <a:sym typeface="Lexend Deca"/>
            </a:endParaRPr>
          </a:p>
        </p:txBody>
      </p:sp>
      <p:sp>
        <p:nvSpPr>
          <p:cNvPr id="156" name="Google Shape;156;p2"/>
          <p:cNvSpPr/>
          <p:nvPr/>
        </p:nvSpPr>
        <p:spPr>
          <a:xfrm>
            <a:off x="3257243" y="3270764"/>
            <a:ext cx="2590800" cy="150000"/>
          </a:xfrm>
          <a:prstGeom prst="rect">
            <a:avLst/>
          </a:prstGeom>
          <a:noFill/>
          <a:ln>
            <a:noFill/>
          </a:ln>
        </p:spPr>
        <p:txBody>
          <a:bodyPr spcFirstLastPara="1" wrap="square" lIns="17005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a:solidFill>
                  <a:srgbClr val="333333"/>
                </a:solidFill>
                <a:latin typeface="Lexend Deca"/>
                <a:ea typeface="Lexend Deca"/>
                <a:cs typeface="Lexend Deca"/>
                <a:sym typeface="Lexend Deca"/>
              </a:rPr>
              <a:t>Desarrollar estrategia de emisiones.</a:t>
            </a:r>
            <a:endParaRPr sz="732" i="0" u="none" strike="noStrike" cap="none">
              <a:solidFill>
                <a:schemeClr val="dk1"/>
              </a:solidFill>
              <a:latin typeface="Lexend Deca"/>
              <a:ea typeface="Lexend Deca"/>
              <a:cs typeface="Lexend Deca"/>
              <a:sym typeface="Lexend Deca"/>
            </a:endParaRPr>
          </a:p>
        </p:txBody>
      </p:sp>
      <p:sp>
        <p:nvSpPr>
          <p:cNvPr id="157" name="Google Shape;157;p2"/>
          <p:cNvSpPr/>
          <p:nvPr/>
        </p:nvSpPr>
        <p:spPr>
          <a:xfrm>
            <a:off x="3257243" y="3451701"/>
            <a:ext cx="2590800" cy="150000"/>
          </a:xfrm>
          <a:prstGeom prst="rect">
            <a:avLst/>
          </a:prstGeom>
          <a:noFill/>
          <a:ln>
            <a:noFill/>
          </a:ln>
        </p:spPr>
        <p:txBody>
          <a:bodyPr spcFirstLastPara="1" wrap="square" lIns="17005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a:solidFill>
                  <a:srgbClr val="333333"/>
                </a:solidFill>
                <a:latin typeface="Lexend Deca"/>
                <a:ea typeface="Lexend Deca"/>
                <a:cs typeface="Lexend Deca"/>
                <a:sym typeface="Lexend Deca"/>
              </a:rPr>
              <a:t>Explorar oportunidades en economía circular.</a:t>
            </a:r>
            <a:endParaRPr sz="732" i="0" u="none" strike="noStrike" cap="none">
              <a:solidFill>
                <a:schemeClr val="dk1"/>
              </a:solidFill>
              <a:latin typeface="Lexend Deca"/>
              <a:ea typeface="Lexend Deca"/>
              <a:cs typeface="Lexend Deca"/>
              <a:sym typeface="Lexend Deca"/>
            </a:endParaRPr>
          </a:p>
        </p:txBody>
      </p:sp>
      <p:sp>
        <p:nvSpPr>
          <p:cNvPr id="158" name="Google Shape;158;p2"/>
          <p:cNvSpPr/>
          <p:nvPr/>
        </p:nvSpPr>
        <p:spPr>
          <a:xfrm>
            <a:off x="6149468" y="2488850"/>
            <a:ext cx="1286100" cy="214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E74C3C"/>
              </a:buClr>
              <a:buSzPts val="1046"/>
              <a:buFont typeface="Noto Sans"/>
              <a:buNone/>
            </a:pPr>
            <a:r>
              <a:rPr lang="en-US" sz="946" b="1">
                <a:solidFill>
                  <a:srgbClr val="33475B"/>
                </a:solidFill>
                <a:latin typeface="Lexend Deca"/>
                <a:ea typeface="Lexend Deca"/>
                <a:cs typeface="Lexend Deca"/>
                <a:sym typeface="Lexend Deca"/>
              </a:rPr>
              <a:t>Factores legales</a:t>
            </a:r>
            <a:endParaRPr sz="946" i="0" u="none" strike="noStrike" cap="none">
              <a:solidFill>
                <a:srgbClr val="33475B"/>
              </a:solidFill>
              <a:latin typeface="Lexend Deca"/>
              <a:ea typeface="Lexend Deca"/>
              <a:cs typeface="Lexend Deca"/>
              <a:sym typeface="Lexend Deca"/>
            </a:endParaRPr>
          </a:p>
        </p:txBody>
      </p:sp>
      <p:sp>
        <p:nvSpPr>
          <p:cNvPr id="159" name="Google Shape;159;p2"/>
          <p:cNvSpPr/>
          <p:nvPr/>
        </p:nvSpPr>
        <p:spPr>
          <a:xfrm>
            <a:off x="6149475" y="2831490"/>
            <a:ext cx="24408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i="0" u="none" strike="noStrike" cap="none" dirty="0">
                <a:solidFill>
                  <a:srgbClr val="555555"/>
                </a:solidFill>
                <a:latin typeface="Lexend Deca"/>
                <a:ea typeface="Lexend Deca"/>
                <a:cs typeface="Lexend Deca"/>
                <a:sym typeface="Lexend Deca"/>
              </a:rPr>
              <a:t>Marco </a:t>
            </a:r>
            <a:r>
              <a:rPr lang="en-US" sz="732" i="0" u="none" strike="noStrike" cap="none" dirty="0" err="1">
                <a:solidFill>
                  <a:srgbClr val="555555"/>
                </a:solidFill>
                <a:latin typeface="Lexend Deca"/>
                <a:ea typeface="Lexend Deca"/>
                <a:cs typeface="Lexend Deca"/>
                <a:sym typeface="Lexend Deca"/>
              </a:rPr>
              <a:t>regulatorio</a:t>
            </a:r>
            <a:r>
              <a:rPr lang="en-US" sz="732" i="0" u="none" strike="noStrike" cap="none" dirty="0">
                <a:solidFill>
                  <a:srgbClr val="555555"/>
                </a:solidFill>
                <a:latin typeface="Lexend Deca"/>
                <a:ea typeface="Lexend Deca"/>
                <a:cs typeface="Lexend Deca"/>
                <a:sym typeface="Lexend Deca"/>
              </a:rPr>
              <a:t> y </a:t>
            </a:r>
            <a:r>
              <a:rPr lang="en-US" sz="732" i="0" u="none" strike="noStrike" cap="none" dirty="0" err="1">
                <a:solidFill>
                  <a:srgbClr val="555555"/>
                </a:solidFill>
                <a:latin typeface="Lexend Deca"/>
                <a:ea typeface="Lexend Deca"/>
                <a:cs typeface="Lexend Deca"/>
                <a:sym typeface="Lexend Deca"/>
              </a:rPr>
              <a:t>cambios</a:t>
            </a:r>
            <a:r>
              <a:rPr lang="en-US" sz="732" i="0" u="none" strike="noStrike" cap="none" dirty="0">
                <a:solidFill>
                  <a:srgbClr val="555555"/>
                </a:solidFill>
                <a:latin typeface="Lexend Deca"/>
                <a:ea typeface="Lexend Deca"/>
                <a:cs typeface="Lexend Deca"/>
                <a:sym typeface="Lexend Deca"/>
              </a:rPr>
              <a:t> </a:t>
            </a:r>
            <a:r>
              <a:rPr lang="en-US" sz="732" i="0" u="none" strike="noStrike" cap="none" dirty="0" err="1">
                <a:solidFill>
                  <a:srgbClr val="555555"/>
                </a:solidFill>
                <a:latin typeface="Lexend Deca"/>
                <a:ea typeface="Lexend Deca"/>
                <a:cs typeface="Lexend Deca"/>
                <a:sym typeface="Lexend Deca"/>
              </a:rPr>
              <a:t>legislativos</a:t>
            </a:r>
            <a:r>
              <a:rPr lang="en-US" sz="732" i="0" u="none" strike="noStrike" cap="none" dirty="0">
                <a:solidFill>
                  <a:srgbClr val="555555"/>
                </a:solidFill>
                <a:latin typeface="Lexend Deca"/>
                <a:ea typeface="Lexend Deca"/>
                <a:cs typeface="Lexend Deca"/>
                <a:sym typeface="Lexend Deca"/>
              </a:rPr>
              <a:t> </a:t>
            </a:r>
            <a:r>
              <a:rPr lang="en-US" sz="732" i="0" u="none" strike="noStrike" cap="none" dirty="0" err="1">
                <a:solidFill>
                  <a:srgbClr val="555555"/>
                </a:solidFill>
                <a:latin typeface="Lexend Deca"/>
                <a:ea typeface="Lexend Deca"/>
                <a:cs typeface="Lexend Deca"/>
                <a:sym typeface="Lexend Deca"/>
              </a:rPr>
              <a:t>relevantes</a:t>
            </a:r>
            <a:r>
              <a:rPr lang="en-US" sz="732" i="0" u="none" strike="noStrike" cap="none" dirty="0">
                <a:solidFill>
                  <a:srgbClr val="555555"/>
                </a:solidFill>
                <a:latin typeface="Lexend Deca"/>
                <a:ea typeface="Lexend Deca"/>
                <a:cs typeface="Lexend Deca"/>
                <a:sym typeface="Lexend Deca"/>
              </a:rPr>
              <a:t>.</a:t>
            </a:r>
            <a:endParaRPr sz="732" i="0" u="none" strike="noStrike" cap="none" dirty="0">
              <a:solidFill>
                <a:schemeClr val="dk1"/>
              </a:solidFill>
              <a:latin typeface="Lexend Deca"/>
              <a:ea typeface="Lexend Deca"/>
              <a:cs typeface="Lexend Deca"/>
              <a:sym typeface="Lexend Deca"/>
            </a:endParaRPr>
          </a:p>
        </p:txBody>
      </p:sp>
      <p:sp>
        <p:nvSpPr>
          <p:cNvPr id="160" name="Google Shape;160;p2"/>
          <p:cNvSpPr/>
          <p:nvPr/>
        </p:nvSpPr>
        <p:spPr>
          <a:xfrm>
            <a:off x="6149475" y="3045907"/>
            <a:ext cx="2440800" cy="142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E74C3C"/>
              </a:buClr>
              <a:buSzPts val="732"/>
              <a:buFont typeface="Noto Sans"/>
              <a:buNone/>
            </a:pPr>
            <a:r>
              <a:rPr lang="en-US" sz="732" b="1" i="0" u="none" strike="noStrike" cap="none">
                <a:solidFill>
                  <a:srgbClr val="33475B"/>
                </a:solidFill>
                <a:latin typeface="Lexend Deca"/>
                <a:ea typeface="Lexend Deca"/>
                <a:cs typeface="Lexend Deca"/>
                <a:sym typeface="Lexend Deca"/>
              </a:rPr>
              <a:t>Insights </a:t>
            </a:r>
            <a:r>
              <a:rPr lang="en-US" sz="732" b="1">
                <a:solidFill>
                  <a:srgbClr val="33475B"/>
                </a:solidFill>
                <a:latin typeface="Lexend Deca"/>
                <a:ea typeface="Lexend Deca"/>
                <a:cs typeface="Lexend Deca"/>
                <a:sym typeface="Lexend Deca"/>
              </a:rPr>
              <a:t>e</a:t>
            </a:r>
            <a:r>
              <a:rPr lang="en-US" sz="732" b="1" i="0" u="none" strike="noStrike" cap="none">
                <a:solidFill>
                  <a:srgbClr val="33475B"/>
                </a:solidFill>
                <a:latin typeface="Lexend Deca"/>
                <a:ea typeface="Lexend Deca"/>
                <a:cs typeface="Lexend Deca"/>
                <a:sym typeface="Lexend Deca"/>
              </a:rPr>
              <a:t>stratégicos:</a:t>
            </a:r>
            <a:endParaRPr sz="732" i="0" u="none" strike="noStrike" cap="none">
              <a:solidFill>
                <a:srgbClr val="33475B"/>
              </a:solidFill>
              <a:latin typeface="Lexend Deca"/>
              <a:ea typeface="Lexend Deca"/>
              <a:cs typeface="Lexend Deca"/>
              <a:sym typeface="Lexend Deca"/>
            </a:endParaRPr>
          </a:p>
        </p:txBody>
      </p:sp>
      <p:sp>
        <p:nvSpPr>
          <p:cNvPr id="161" name="Google Shape;161;p2"/>
          <p:cNvSpPr/>
          <p:nvPr/>
        </p:nvSpPr>
        <p:spPr>
          <a:xfrm>
            <a:off x="6149475" y="3270762"/>
            <a:ext cx="2440800" cy="150000"/>
          </a:xfrm>
          <a:prstGeom prst="rect">
            <a:avLst/>
          </a:prstGeom>
          <a:noFill/>
          <a:ln>
            <a:noFill/>
          </a:ln>
        </p:spPr>
        <p:txBody>
          <a:bodyPr spcFirstLastPara="1" wrap="square" lIns="17005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dirty="0" err="1">
                <a:solidFill>
                  <a:srgbClr val="333333"/>
                </a:solidFill>
                <a:latin typeface="Lexend Deca"/>
                <a:ea typeface="Lexend Deca"/>
                <a:cs typeface="Lexend Deca"/>
                <a:sym typeface="Lexend Deca"/>
              </a:rPr>
              <a:t>Actualizar</a:t>
            </a:r>
            <a:r>
              <a:rPr lang="en-US" sz="732" i="0" u="none" strike="noStrike" cap="none" dirty="0">
                <a:solidFill>
                  <a:srgbClr val="333333"/>
                </a:solidFill>
                <a:latin typeface="Lexend Deca"/>
                <a:ea typeface="Lexend Deca"/>
                <a:cs typeface="Lexend Deca"/>
                <a:sym typeface="Lexend Deca"/>
              </a:rPr>
              <a:t> políticas de </a:t>
            </a:r>
            <a:r>
              <a:rPr lang="en-US" sz="732" i="0" u="none" strike="noStrike" cap="none" dirty="0" err="1">
                <a:solidFill>
                  <a:srgbClr val="333333"/>
                </a:solidFill>
                <a:latin typeface="Lexend Deca"/>
                <a:ea typeface="Lexend Deca"/>
                <a:cs typeface="Lexend Deca"/>
                <a:sym typeface="Lexend Deca"/>
              </a:rPr>
              <a:t>datos</a:t>
            </a:r>
            <a:r>
              <a:rPr lang="en-US" sz="732" i="0" u="none" strike="noStrike" cap="none" dirty="0">
                <a:solidFill>
                  <a:srgbClr val="333333"/>
                </a:solidFill>
                <a:latin typeface="Lexend Deca"/>
                <a:ea typeface="Lexend Deca"/>
                <a:cs typeface="Lexend Deca"/>
                <a:sym typeface="Lexend Deca"/>
              </a:rPr>
              <a:t> </a:t>
            </a:r>
            <a:r>
              <a:rPr lang="en-US" sz="732" i="0" u="none" strike="noStrike" cap="none" dirty="0" err="1">
                <a:solidFill>
                  <a:srgbClr val="333333"/>
                </a:solidFill>
                <a:latin typeface="Lexend Deca"/>
                <a:ea typeface="Lexend Deca"/>
                <a:cs typeface="Lexend Deca"/>
                <a:sym typeface="Lexend Deca"/>
              </a:rPr>
              <a:t>personales</a:t>
            </a:r>
            <a:r>
              <a:rPr lang="en-US" sz="732" i="0" u="none" strike="noStrike" cap="none" dirty="0">
                <a:solidFill>
                  <a:srgbClr val="333333"/>
                </a:solidFill>
                <a:latin typeface="Lexend Deca"/>
                <a:ea typeface="Lexend Deca"/>
                <a:cs typeface="Lexend Deca"/>
                <a:sym typeface="Lexend Deca"/>
              </a:rPr>
              <a:t>.</a:t>
            </a:r>
            <a:endParaRPr sz="732" i="0" u="none" strike="noStrike" cap="none" dirty="0">
              <a:solidFill>
                <a:schemeClr val="dk1"/>
              </a:solidFill>
              <a:latin typeface="Lexend Deca"/>
              <a:ea typeface="Lexend Deca"/>
              <a:cs typeface="Lexend Deca"/>
              <a:sym typeface="Lexend Deca"/>
            </a:endParaRPr>
          </a:p>
        </p:txBody>
      </p:sp>
      <p:sp>
        <p:nvSpPr>
          <p:cNvPr id="162" name="Google Shape;162;p2"/>
          <p:cNvSpPr/>
          <p:nvPr/>
        </p:nvSpPr>
        <p:spPr>
          <a:xfrm>
            <a:off x="6149475" y="3456544"/>
            <a:ext cx="2440800" cy="150000"/>
          </a:xfrm>
          <a:prstGeom prst="rect">
            <a:avLst/>
          </a:prstGeom>
          <a:noFill/>
          <a:ln>
            <a:noFill/>
          </a:ln>
        </p:spPr>
        <p:txBody>
          <a:bodyPr spcFirstLastPara="1" wrap="square" lIns="17005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a:solidFill>
                  <a:srgbClr val="333333"/>
                </a:solidFill>
                <a:latin typeface="Lexend Deca"/>
                <a:ea typeface="Lexend Deca"/>
                <a:cs typeface="Lexend Deca"/>
                <a:sym typeface="Lexend Deca"/>
              </a:rPr>
              <a:t>Adaptar contratos a normativas actuales.</a:t>
            </a:r>
            <a:endParaRPr sz="732" i="0" u="none" strike="noStrike" cap="none">
              <a:solidFill>
                <a:schemeClr val="dk1"/>
              </a:solidFill>
              <a:latin typeface="Lexend Deca"/>
              <a:ea typeface="Lexend Deca"/>
              <a:cs typeface="Lexend Deca"/>
              <a:sym typeface="Lexend Deca"/>
            </a:endParaRPr>
          </a:p>
        </p:txBody>
      </p:sp>
      <p:sp>
        <p:nvSpPr>
          <p:cNvPr id="163" name="Google Shape;163;p2"/>
          <p:cNvSpPr/>
          <p:nvPr/>
        </p:nvSpPr>
        <p:spPr>
          <a:xfrm>
            <a:off x="3540881" y="4044304"/>
            <a:ext cx="41361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i="0" u="none" strike="noStrike" cap="none">
                <a:solidFill>
                  <a:schemeClr val="lt1"/>
                </a:solidFill>
                <a:latin typeface="Lexend Deca"/>
                <a:ea typeface="Lexend Deca"/>
                <a:cs typeface="Lexend Deca"/>
                <a:sym typeface="Lexend Deca"/>
              </a:rPr>
              <a:t>Utili</a:t>
            </a:r>
            <a:r>
              <a:rPr lang="en-US" sz="732">
                <a:solidFill>
                  <a:schemeClr val="lt1"/>
                </a:solidFill>
                <a:latin typeface="Lexend Deca"/>
                <a:ea typeface="Lexend Deca"/>
                <a:cs typeface="Lexend Deca"/>
                <a:sym typeface="Lexend Deca"/>
              </a:rPr>
              <a:t>za</a:t>
            </a:r>
            <a:r>
              <a:rPr lang="en-US" sz="732" i="0" u="none" strike="noStrike" cap="none">
                <a:solidFill>
                  <a:schemeClr val="lt1"/>
                </a:solidFill>
                <a:latin typeface="Lexend Deca"/>
                <a:ea typeface="Lexend Deca"/>
                <a:cs typeface="Lexend Deca"/>
                <a:sym typeface="Lexend Deca"/>
              </a:rPr>
              <a:t> esta plantilla para comunicar visualmente los puntos clave de cada dimensión.</a:t>
            </a:r>
            <a:endParaRPr sz="732" i="0" u="none" strike="noStrike" cap="none">
              <a:solidFill>
                <a:schemeClr val="lt1"/>
              </a:solidFill>
              <a:latin typeface="Lexend Deca"/>
              <a:ea typeface="Lexend Deca"/>
              <a:cs typeface="Lexend Deca"/>
              <a:sym typeface="Lexend Deca"/>
            </a:endParaRPr>
          </a:p>
        </p:txBody>
      </p:sp>
      <p:sp>
        <p:nvSpPr>
          <p:cNvPr id="164" name="Google Shape;164;p2"/>
          <p:cNvSpPr/>
          <p:nvPr/>
        </p:nvSpPr>
        <p:spPr>
          <a:xfrm>
            <a:off x="3540881" y="4251472"/>
            <a:ext cx="41361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i="0" u="none" strike="noStrike" cap="none">
                <a:solidFill>
                  <a:schemeClr val="lt1"/>
                </a:solidFill>
                <a:latin typeface="Lexend Deca"/>
                <a:ea typeface="Lexend Deca"/>
                <a:cs typeface="Lexend Deca"/>
                <a:sym typeface="Lexend Deca"/>
              </a:rPr>
              <a:t>Enfó</a:t>
            </a:r>
            <a:r>
              <a:rPr lang="en-US" sz="732">
                <a:solidFill>
                  <a:schemeClr val="lt1"/>
                </a:solidFill>
                <a:latin typeface="Lexend Deca"/>
                <a:ea typeface="Lexend Deca"/>
                <a:cs typeface="Lexend Deca"/>
                <a:sym typeface="Lexend Deca"/>
              </a:rPr>
              <a:t>cate</a:t>
            </a:r>
            <a:r>
              <a:rPr lang="en-US" sz="732" i="0" u="none" strike="noStrike" cap="none">
                <a:solidFill>
                  <a:schemeClr val="lt1"/>
                </a:solidFill>
                <a:latin typeface="Lexend Deca"/>
                <a:ea typeface="Lexend Deca"/>
                <a:cs typeface="Lexend Deca"/>
                <a:sym typeface="Lexend Deca"/>
              </a:rPr>
              <a:t> en los insights estratégicos más relevantes para </a:t>
            </a:r>
            <a:r>
              <a:rPr lang="en-US" sz="732">
                <a:solidFill>
                  <a:schemeClr val="lt1"/>
                </a:solidFill>
                <a:latin typeface="Lexend Deca"/>
                <a:ea typeface="Lexend Deca"/>
                <a:cs typeface="Lexend Deca"/>
                <a:sym typeface="Lexend Deca"/>
              </a:rPr>
              <a:t>tu</a:t>
            </a:r>
            <a:r>
              <a:rPr lang="en-US" sz="732" i="0" u="none" strike="noStrike" cap="none">
                <a:solidFill>
                  <a:schemeClr val="lt1"/>
                </a:solidFill>
                <a:latin typeface="Lexend Deca"/>
                <a:ea typeface="Lexend Deca"/>
                <a:cs typeface="Lexend Deca"/>
                <a:sym typeface="Lexend Deca"/>
              </a:rPr>
              <a:t> contexto.</a:t>
            </a:r>
            <a:endParaRPr sz="732" i="0" u="none" strike="noStrike" cap="none">
              <a:solidFill>
                <a:schemeClr val="lt1"/>
              </a:solidFill>
              <a:latin typeface="Lexend Deca"/>
              <a:ea typeface="Lexend Deca"/>
              <a:cs typeface="Lexend Deca"/>
              <a:sym typeface="Lexend Deca"/>
            </a:endParaRPr>
          </a:p>
        </p:txBody>
      </p:sp>
      <p:sp>
        <p:nvSpPr>
          <p:cNvPr id="165" name="Google Shape;165;p2"/>
          <p:cNvSpPr/>
          <p:nvPr/>
        </p:nvSpPr>
        <p:spPr>
          <a:xfrm>
            <a:off x="3540863" y="4441947"/>
            <a:ext cx="41361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a:solidFill>
                  <a:schemeClr val="lt1"/>
                </a:solidFill>
                <a:latin typeface="Lexend Deca"/>
                <a:ea typeface="Lexend Deca"/>
                <a:cs typeface="Lexend Deca"/>
                <a:sym typeface="Lexend Deca"/>
              </a:rPr>
              <a:t>Úsala para </a:t>
            </a:r>
            <a:r>
              <a:rPr lang="en-US" sz="732" i="0" u="none" strike="noStrike" cap="none">
                <a:solidFill>
                  <a:schemeClr val="lt1"/>
                </a:solidFill>
                <a:latin typeface="Lexend Deca"/>
                <a:ea typeface="Lexend Deca"/>
                <a:cs typeface="Lexend Deca"/>
                <a:sym typeface="Lexend Deca"/>
              </a:rPr>
              <a:t>presentaciones ejecutivas que requier</a:t>
            </a:r>
            <a:r>
              <a:rPr lang="en-US" sz="732">
                <a:solidFill>
                  <a:schemeClr val="lt1"/>
                </a:solidFill>
                <a:latin typeface="Lexend Deca"/>
                <a:ea typeface="Lexend Deca"/>
                <a:cs typeface="Lexend Deca"/>
                <a:sym typeface="Lexend Deca"/>
              </a:rPr>
              <a:t>an un</a:t>
            </a:r>
            <a:r>
              <a:rPr lang="en-US" sz="732" i="0" u="none" strike="noStrike" cap="none">
                <a:solidFill>
                  <a:schemeClr val="lt1"/>
                </a:solidFill>
                <a:latin typeface="Lexend Deca"/>
                <a:ea typeface="Lexend Deca"/>
                <a:cs typeface="Lexend Deca"/>
                <a:sym typeface="Lexend Deca"/>
              </a:rPr>
              <a:t> formato visual impactante.</a:t>
            </a:r>
            <a:endParaRPr sz="732" i="0" u="none" strike="noStrike" cap="none">
              <a:solidFill>
                <a:schemeClr val="lt1"/>
              </a:solidFill>
              <a:latin typeface="Lexend Deca"/>
              <a:ea typeface="Lexend Deca"/>
              <a:cs typeface="Lexend Deca"/>
              <a:sym typeface="Lexend Deca"/>
            </a:endParaRPr>
          </a:p>
        </p:txBody>
      </p:sp>
      <p:pic>
        <p:nvPicPr>
          <p:cNvPr id="166" name="Google Shape;166;p2"/>
          <p:cNvPicPr preferRelativeResize="0"/>
          <p:nvPr/>
        </p:nvPicPr>
        <p:blipFill>
          <a:blip r:embed="rId3">
            <a:alphaModFix/>
          </a:blip>
          <a:stretch>
            <a:fillRect/>
          </a:stretch>
        </p:blipFill>
        <p:spPr>
          <a:xfrm>
            <a:off x="511175" y="1893065"/>
            <a:ext cx="121172" cy="121150"/>
          </a:xfrm>
          <a:prstGeom prst="rect">
            <a:avLst/>
          </a:prstGeom>
          <a:noFill/>
          <a:ln>
            <a:noFill/>
          </a:ln>
        </p:spPr>
      </p:pic>
      <p:pic>
        <p:nvPicPr>
          <p:cNvPr id="167" name="Google Shape;167;p2"/>
          <p:cNvPicPr preferRelativeResize="0"/>
          <p:nvPr/>
        </p:nvPicPr>
        <p:blipFill>
          <a:blip r:embed="rId3">
            <a:alphaModFix/>
          </a:blip>
          <a:stretch>
            <a:fillRect/>
          </a:stretch>
        </p:blipFill>
        <p:spPr>
          <a:xfrm>
            <a:off x="511175" y="2073827"/>
            <a:ext cx="121172" cy="121150"/>
          </a:xfrm>
          <a:prstGeom prst="rect">
            <a:avLst/>
          </a:prstGeom>
          <a:noFill/>
          <a:ln>
            <a:noFill/>
          </a:ln>
        </p:spPr>
      </p:pic>
      <p:pic>
        <p:nvPicPr>
          <p:cNvPr id="168" name="Google Shape;168;p2"/>
          <p:cNvPicPr preferRelativeResize="0"/>
          <p:nvPr/>
        </p:nvPicPr>
        <p:blipFill>
          <a:blip r:embed="rId3">
            <a:alphaModFix/>
          </a:blip>
          <a:stretch>
            <a:fillRect/>
          </a:stretch>
        </p:blipFill>
        <p:spPr>
          <a:xfrm>
            <a:off x="3257250" y="1876227"/>
            <a:ext cx="121172" cy="121150"/>
          </a:xfrm>
          <a:prstGeom prst="rect">
            <a:avLst/>
          </a:prstGeom>
          <a:noFill/>
          <a:ln>
            <a:noFill/>
          </a:ln>
        </p:spPr>
      </p:pic>
      <p:pic>
        <p:nvPicPr>
          <p:cNvPr id="169" name="Google Shape;169;p2"/>
          <p:cNvPicPr preferRelativeResize="0"/>
          <p:nvPr/>
        </p:nvPicPr>
        <p:blipFill>
          <a:blip r:embed="rId3">
            <a:alphaModFix/>
          </a:blip>
          <a:stretch>
            <a:fillRect/>
          </a:stretch>
        </p:blipFill>
        <p:spPr>
          <a:xfrm>
            <a:off x="3257250" y="2056990"/>
            <a:ext cx="121172" cy="121150"/>
          </a:xfrm>
          <a:prstGeom prst="rect">
            <a:avLst/>
          </a:prstGeom>
          <a:noFill/>
          <a:ln>
            <a:noFill/>
          </a:ln>
        </p:spPr>
      </p:pic>
      <p:pic>
        <p:nvPicPr>
          <p:cNvPr id="170" name="Google Shape;170;p2"/>
          <p:cNvPicPr preferRelativeResize="0"/>
          <p:nvPr/>
        </p:nvPicPr>
        <p:blipFill>
          <a:blip r:embed="rId3">
            <a:alphaModFix/>
          </a:blip>
          <a:stretch>
            <a:fillRect/>
          </a:stretch>
        </p:blipFill>
        <p:spPr>
          <a:xfrm>
            <a:off x="511175" y="3270765"/>
            <a:ext cx="121172" cy="121150"/>
          </a:xfrm>
          <a:prstGeom prst="rect">
            <a:avLst/>
          </a:prstGeom>
          <a:noFill/>
          <a:ln>
            <a:noFill/>
          </a:ln>
        </p:spPr>
      </p:pic>
      <p:pic>
        <p:nvPicPr>
          <p:cNvPr id="171" name="Google Shape;171;p2"/>
          <p:cNvPicPr preferRelativeResize="0"/>
          <p:nvPr/>
        </p:nvPicPr>
        <p:blipFill>
          <a:blip r:embed="rId3">
            <a:alphaModFix/>
          </a:blip>
          <a:stretch>
            <a:fillRect/>
          </a:stretch>
        </p:blipFill>
        <p:spPr>
          <a:xfrm>
            <a:off x="511175" y="3451527"/>
            <a:ext cx="121172" cy="121150"/>
          </a:xfrm>
          <a:prstGeom prst="rect">
            <a:avLst/>
          </a:prstGeom>
          <a:noFill/>
          <a:ln>
            <a:noFill/>
          </a:ln>
        </p:spPr>
      </p:pic>
      <p:pic>
        <p:nvPicPr>
          <p:cNvPr id="172" name="Google Shape;172;p2"/>
          <p:cNvPicPr preferRelativeResize="0"/>
          <p:nvPr/>
        </p:nvPicPr>
        <p:blipFill>
          <a:blip r:embed="rId3">
            <a:alphaModFix/>
          </a:blip>
          <a:stretch>
            <a:fillRect/>
          </a:stretch>
        </p:blipFill>
        <p:spPr>
          <a:xfrm>
            <a:off x="3257250" y="3276352"/>
            <a:ext cx="121172" cy="121150"/>
          </a:xfrm>
          <a:prstGeom prst="rect">
            <a:avLst/>
          </a:prstGeom>
          <a:noFill/>
          <a:ln>
            <a:noFill/>
          </a:ln>
        </p:spPr>
      </p:pic>
      <p:pic>
        <p:nvPicPr>
          <p:cNvPr id="173" name="Google Shape;173;p2"/>
          <p:cNvPicPr preferRelativeResize="0"/>
          <p:nvPr/>
        </p:nvPicPr>
        <p:blipFill>
          <a:blip r:embed="rId3">
            <a:alphaModFix/>
          </a:blip>
          <a:stretch>
            <a:fillRect/>
          </a:stretch>
        </p:blipFill>
        <p:spPr>
          <a:xfrm>
            <a:off x="3257250" y="3457115"/>
            <a:ext cx="121172" cy="121150"/>
          </a:xfrm>
          <a:prstGeom prst="rect">
            <a:avLst/>
          </a:prstGeom>
          <a:noFill/>
          <a:ln>
            <a:noFill/>
          </a:ln>
        </p:spPr>
      </p:pic>
      <p:pic>
        <p:nvPicPr>
          <p:cNvPr id="174" name="Google Shape;174;p2"/>
          <p:cNvPicPr preferRelativeResize="0"/>
          <p:nvPr/>
        </p:nvPicPr>
        <p:blipFill>
          <a:blip r:embed="rId3">
            <a:alphaModFix/>
          </a:blip>
          <a:stretch>
            <a:fillRect/>
          </a:stretch>
        </p:blipFill>
        <p:spPr>
          <a:xfrm>
            <a:off x="6149475" y="3272752"/>
            <a:ext cx="121172" cy="121150"/>
          </a:xfrm>
          <a:prstGeom prst="rect">
            <a:avLst/>
          </a:prstGeom>
          <a:noFill/>
          <a:ln>
            <a:noFill/>
          </a:ln>
        </p:spPr>
      </p:pic>
      <p:pic>
        <p:nvPicPr>
          <p:cNvPr id="175" name="Google Shape;175;p2"/>
          <p:cNvPicPr preferRelativeResize="0"/>
          <p:nvPr/>
        </p:nvPicPr>
        <p:blipFill>
          <a:blip r:embed="rId3">
            <a:alphaModFix/>
          </a:blip>
          <a:stretch>
            <a:fillRect/>
          </a:stretch>
        </p:blipFill>
        <p:spPr>
          <a:xfrm>
            <a:off x="6149475" y="3453515"/>
            <a:ext cx="121172" cy="121150"/>
          </a:xfrm>
          <a:prstGeom prst="rect">
            <a:avLst/>
          </a:prstGeom>
          <a:noFill/>
          <a:ln>
            <a:noFill/>
          </a:ln>
        </p:spPr>
      </p:pic>
      <p:pic>
        <p:nvPicPr>
          <p:cNvPr id="176" name="Google Shape;176;p2"/>
          <p:cNvPicPr preferRelativeResize="0"/>
          <p:nvPr/>
        </p:nvPicPr>
        <p:blipFill>
          <a:blip r:embed="rId3">
            <a:alphaModFix/>
          </a:blip>
          <a:stretch>
            <a:fillRect/>
          </a:stretch>
        </p:blipFill>
        <p:spPr>
          <a:xfrm>
            <a:off x="6149475" y="1876227"/>
            <a:ext cx="121172" cy="121150"/>
          </a:xfrm>
          <a:prstGeom prst="rect">
            <a:avLst/>
          </a:prstGeom>
          <a:noFill/>
          <a:ln>
            <a:noFill/>
          </a:ln>
        </p:spPr>
      </p:pic>
      <p:pic>
        <p:nvPicPr>
          <p:cNvPr id="177" name="Google Shape;177;p2"/>
          <p:cNvPicPr preferRelativeResize="0"/>
          <p:nvPr/>
        </p:nvPicPr>
        <p:blipFill>
          <a:blip r:embed="rId3">
            <a:alphaModFix/>
          </a:blip>
          <a:stretch>
            <a:fillRect/>
          </a:stretch>
        </p:blipFill>
        <p:spPr>
          <a:xfrm>
            <a:off x="6149475" y="2056990"/>
            <a:ext cx="121172" cy="121150"/>
          </a:xfrm>
          <a:prstGeom prst="rect">
            <a:avLst/>
          </a:prstGeom>
          <a:noFill/>
          <a:ln>
            <a:noFill/>
          </a:ln>
        </p:spPr>
      </p:pic>
      <p:sp>
        <p:nvSpPr>
          <p:cNvPr id="178" name="Google Shape;178;p2"/>
          <p:cNvSpPr/>
          <p:nvPr/>
        </p:nvSpPr>
        <p:spPr>
          <a:xfrm>
            <a:off x="451550" y="213275"/>
            <a:ext cx="4414800" cy="3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A5276"/>
              </a:buClr>
              <a:buSzPts val="2025"/>
              <a:buFont typeface="Noto Sans"/>
              <a:buNone/>
            </a:pPr>
            <a:r>
              <a:rPr lang="en-US" sz="1500" b="1">
                <a:solidFill>
                  <a:srgbClr val="33475B"/>
                </a:solidFill>
                <a:latin typeface="Lexend Deca"/>
                <a:ea typeface="Lexend Deca"/>
                <a:cs typeface="Lexend Deca"/>
                <a:sym typeface="Lexend Deca"/>
              </a:rPr>
              <a:t>Plantilla 2 | Diseño infográfico con íconos</a:t>
            </a:r>
            <a:endParaRPr sz="1500" b="1">
              <a:solidFill>
                <a:srgbClr val="33475B"/>
              </a:solidFill>
              <a:latin typeface="Lexend Deca"/>
              <a:ea typeface="Lexend Deca"/>
              <a:cs typeface="Lexend Deca"/>
              <a:sym typeface="Lexend Deca"/>
            </a:endParaRPr>
          </a:p>
        </p:txBody>
      </p:sp>
      <p:sp>
        <p:nvSpPr>
          <p:cNvPr id="179" name="Google Shape;179;p2"/>
          <p:cNvSpPr/>
          <p:nvPr/>
        </p:nvSpPr>
        <p:spPr>
          <a:xfrm>
            <a:off x="451550" y="525150"/>
            <a:ext cx="4051200" cy="257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3498DB"/>
              </a:buClr>
              <a:buSzPts val="1350"/>
              <a:buFont typeface="Noto Sans"/>
              <a:buNone/>
            </a:pPr>
            <a:r>
              <a:rPr lang="en-US" sz="1100">
                <a:solidFill>
                  <a:srgbClr val="33475B"/>
                </a:solidFill>
                <a:latin typeface="Lexend Deca"/>
                <a:ea typeface="Lexend Deca"/>
                <a:cs typeface="Lexend Deca"/>
                <a:sym typeface="Lexend Deca"/>
              </a:rPr>
              <a:t>Análisis PESTEL con representación visual por categoría</a:t>
            </a:r>
            <a:endParaRPr sz="1100">
              <a:solidFill>
                <a:srgbClr val="33475B"/>
              </a:solidFill>
              <a:latin typeface="Lexend Deca"/>
              <a:ea typeface="Lexend Deca"/>
              <a:cs typeface="Lexend Deca"/>
              <a:sym typeface="Lexend Deca"/>
            </a:endParaRPr>
          </a:p>
        </p:txBody>
      </p:sp>
      <p:sp>
        <p:nvSpPr>
          <p:cNvPr id="180" name="Google Shape;180;p2"/>
          <p:cNvSpPr/>
          <p:nvPr/>
        </p:nvSpPr>
        <p:spPr>
          <a:xfrm>
            <a:off x="810100" y="4172379"/>
            <a:ext cx="1286100" cy="333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39C12"/>
              </a:buClr>
              <a:buSzPts val="942"/>
              <a:buFont typeface="Noto Sans"/>
              <a:buNone/>
            </a:pPr>
            <a:r>
              <a:rPr lang="en-US" sz="1142" b="1" i="0" u="none" strike="noStrike" cap="none">
                <a:solidFill>
                  <a:srgbClr val="FEF4EA"/>
                </a:solidFill>
                <a:latin typeface="Lexend Deca"/>
                <a:ea typeface="Lexend Deca"/>
                <a:cs typeface="Lexend Deca"/>
                <a:sym typeface="Lexend Deca"/>
              </a:rPr>
              <a:t>Consejos de uso:</a:t>
            </a:r>
            <a:endParaRPr sz="1142" i="0" u="none" strike="noStrike" cap="none">
              <a:solidFill>
                <a:srgbClr val="FEF4EA"/>
              </a:solidFill>
              <a:latin typeface="Lexend Deca"/>
              <a:ea typeface="Lexend Deca"/>
              <a:cs typeface="Lexend Deca"/>
              <a:sym typeface="Lexend Deca"/>
            </a:endParaRPr>
          </a:p>
        </p:txBody>
      </p:sp>
      <p:pic>
        <p:nvPicPr>
          <p:cNvPr id="181" name="Google Shape;181;p2"/>
          <p:cNvPicPr preferRelativeResize="0"/>
          <p:nvPr/>
        </p:nvPicPr>
        <p:blipFill>
          <a:blip r:embed="rId4">
            <a:alphaModFix/>
          </a:blip>
          <a:stretch>
            <a:fillRect/>
          </a:stretch>
        </p:blipFill>
        <p:spPr>
          <a:xfrm>
            <a:off x="3288275" y="4053929"/>
            <a:ext cx="135616" cy="135600"/>
          </a:xfrm>
          <a:prstGeom prst="rect">
            <a:avLst/>
          </a:prstGeom>
          <a:noFill/>
          <a:ln>
            <a:noFill/>
          </a:ln>
        </p:spPr>
      </p:pic>
      <p:pic>
        <p:nvPicPr>
          <p:cNvPr id="182" name="Google Shape;182;p2"/>
          <p:cNvPicPr preferRelativeResize="0"/>
          <p:nvPr/>
        </p:nvPicPr>
        <p:blipFill>
          <a:blip r:embed="rId4">
            <a:alphaModFix/>
          </a:blip>
          <a:stretch>
            <a:fillRect/>
          </a:stretch>
        </p:blipFill>
        <p:spPr>
          <a:xfrm>
            <a:off x="3288275" y="4258679"/>
            <a:ext cx="135616" cy="135600"/>
          </a:xfrm>
          <a:prstGeom prst="rect">
            <a:avLst/>
          </a:prstGeom>
          <a:noFill/>
          <a:ln>
            <a:noFill/>
          </a:ln>
        </p:spPr>
      </p:pic>
      <p:pic>
        <p:nvPicPr>
          <p:cNvPr id="183" name="Google Shape;183;p2"/>
          <p:cNvPicPr preferRelativeResize="0"/>
          <p:nvPr/>
        </p:nvPicPr>
        <p:blipFill>
          <a:blip r:embed="rId4">
            <a:alphaModFix/>
          </a:blip>
          <a:stretch>
            <a:fillRect/>
          </a:stretch>
        </p:blipFill>
        <p:spPr>
          <a:xfrm>
            <a:off x="3288275" y="4441929"/>
            <a:ext cx="135616" cy="135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8"/>
        <p:cNvGrpSpPr/>
        <p:nvPr/>
      </p:nvGrpSpPr>
      <p:grpSpPr>
        <a:xfrm>
          <a:off x="0" y="0"/>
          <a:ext cx="0" cy="0"/>
          <a:chOff x="0" y="0"/>
          <a:chExt cx="0" cy="0"/>
        </a:xfrm>
      </p:grpSpPr>
      <p:sp>
        <p:nvSpPr>
          <p:cNvPr id="189" name="Google Shape;189;p3"/>
          <p:cNvSpPr/>
          <p:nvPr/>
        </p:nvSpPr>
        <p:spPr>
          <a:xfrm rot="10800000" flipH="1">
            <a:off x="433814" y="4109641"/>
            <a:ext cx="8413800" cy="727200"/>
          </a:xfrm>
          <a:prstGeom prst="roundRect">
            <a:avLst>
              <a:gd name="adj" fmla="val 5000"/>
            </a:avLst>
          </a:prstGeom>
          <a:solidFill>
            <a:srgbClr val="334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0" name="Google Shape;190;p3"/>
          <p:cNvSpPr/>
          <p:nvPr/>
        </p:nvSpPr>
        <p:spPr>
          <a:xfrm>
            <a:off x="6742335" y="930225"/>
            <a:ext cx="2085900" cy="3050400"/>
          </a:xfrm>
          <a:prstGeom prst="roundRect">
            <a:avLst>
              <a:gd name="adj" fmla="val 5000"/>
            </a:avLst>
          </a:prstGeom>
          <a:solidFill>
            <a:srgbClr val="FEF4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91" name="Google Shape;191;p3"/>
          <p:cNvCxnSpPr/>
          <p:nvPr/>
        </p:nvCxnSpPr>
        <p:spPr>
          <a:xfrm rot="10800000">
            <a:off x="898850" y="2326325"/>
            <a:ext cx="5014200" cy="0"/>
          </a:xfrm>
          <a:prstGeom prst="straightConnector1">
            <a:avLst/>
          </a:prstGeom>
          <a:noFill/>
          <a:ln w="9525" cap="flat" cmpd="sng">
            <a:solidFill>
              <a:srgbClr val="F5F5F5"/>
            </a:solidFill>
            <a:prstDash val="solid"/>
            <a:round/>
            <a:headEnd type="none" w="med" len="med"/>
            <a:tailEnd type="none" w="med" len="med"/>
          </a:ln>
        </p:spPr>
      </p:cxnSp>
      <p:cxnSp>
        <p:nvCxnSpPr>
          <p:cNvPr id="192" name="Google Shape;192;p3"/>
          <p:cNvCxnSpPr>
            <a:stCxn id="193" idx="2"/>
            <a:endCxn id="194" idx="0"/>
          </p:cNvCxnSpPr>
          <p:nvPr/>
        </p:nvCxnSpPr>
        <p:spPr>
          <a:xfrm>
            <a:off x="3452348" y="1184696"/>
            <a:ext cx="0" cy="2569200"/>
          </a:xfrm>
          <a:prstGeom prst="straightConnector1">
            <a:avLst/>
          </a:prstGeom>
          <a:noFill/>
          <a:ln w="9525" cap="flat" cmpd="sng">
            <a:solidFill>
              <a:srgbClr val="F5F5F5"/>
            </a:solidFill>
            <a:prstDash val="solid"/>
            <a:round/>
            <a:headEnd type="none" w="med" len="med"/>
            <a:tailEnd type="none" w="med" len="med"/>
          </a:ln>
        </p:spPr>
      </p:cxnSp>
      <p:sp>
        <p:nvSpPr>
          <p:cNvPr id="193" name="Google Shape;193;p3"/>
          <p:cNvSpPr/>
          <p:nvPr/>
        </p:nvSpPr>
        <p:spPr>
          <a:xfrm>
            <a:off x="3081848" y="1013096"/>
            <a:ext cx="741000" cy="171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1A5276"/>
              </a:buClr>
              <a:buSzPts val="837"/>
              <a:buFont typeface="Noto Sans"/>
              <a:buNone/>
            </a:pPr>
            <a:r>
              <a:rPr lang="en-US" sz="837" b="1" i="0" u="none" strike="noStrike" cap="none">
                <a:solidFill>
                  <a:srgbClr val="1A5276"/>
                </a:solidFill>
                <a:latin typeface="Lexend Deca"/>
                <a:ea typeface="Lexend Deca"/>
                <a:cs typeface="Lexend Deca"/>
                <a:sym typeface="Lexend Deca"/>
              </a:rPr>
              <a:t>Alto Impacto</a:t>
            </a:r>
            <a:endParaRPr sz="837" i="0" u="none" strike="noStrike" cap="none">
              <a:solidFill>
                <a:schemeClr val="dk1"/>
              </a:solidFill>
              <a:latin typeface="Lexend Deca"/>
              <a:ea typeface="Lexend Deca"/>
              <a:cs typeface="Lexend Deca"/>
              <a:sym typeface="Lexend Deca"/>
            </a:endParaRPr>
          </a:p>
        </p:txBody>
      </p:sp>
      <p:sp>
        <p:nvSpPr>
          <p:cNvPr id="194" name="Google Shape;194;p3"/>
          <p:cNvSpPr/>
          <p:nvPr/>
        </p:nvSpPr>
        <p:spPr>
          <a:xfrm>
            <a:off x="3073169" y="3753919"/>
            <a:ext cx="758400" cy="171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1A5276"/>
              </a:buClr>
              <a:buSzPts val="837"/>
              <a:buFont typeface="Noto Sans"/>
              <a:buNone/>
            </a:pPr>
            <a:r>
              <a:rPr lang="en-US" sz="837" b="1" i="0" u="none" strike="noStrike" cap="none">
                <a:solidFill>
                  <a:srgbClr val="1A5276"/>
                </a:solidFill>
                <a:latin typeface="Lexend Deca"/>
                <a:ea typeface="Lexend Deca"/>
                <a:cs typeface="Lexend Deca"/>
                <a:sym typeface="Lexend Deca"/>
              </a:rPr>
              <a:t>Bajo Impacto</a:t>
            </a:r>
            <a:endParaRPr sz="837" i="0" u="none" strike="noStrike" cap="none">
              <a:solidFill>
                <a:schemeClr val="dk1"/>
              </a:solidFill>
              <a:latin typeface="Lexend Deca"/>
              <a:ea typeface="Lexend Deca"/>
              <a:cs typeface="Lexend Deca"/>
              <a:sym typeface="Lexend Deca"/>
            </a:endParaRPr>
          </a:p>
        </p:txBody>
      </p:sp>
      <p:sp>
        <p:nvSpPr>
          <p:cNvPr id="195" name="Google Shape;195;p3"/>
          <p:cNvSpPr/>
          <p:nvPr/>
        </p:nvSpPr>
        <p:spPr>
          <a:xfrm>
            <a:off x="285910" y="2133430"/>
            <a:ext cx="525600" cy="333600"/>
          </a:xfrm>
          <a:prstGeom prst="rect">
            <a:avLst/>
          </a:prstGeom>
          <a:noFill/>
          <a:ln>
            <a:noFill/>
          </a:ln>
        </p:spPr>
        <p:txBody>
          <a:bodyPr spcFirstLastPara="1" wrap="square" lIns="0" tIns="0" rIns="0" bIns="0" anchor="ctr" anchorCtr="0">
            <a:spAutoFit/>
          </a:bodyPr>
          <a:lstStyle/>
          <a:p>
            <a:pPr marL="0" marR="0" lvl="0" indent="0" algn="ctr" rtl="0">
              <a:lnSpc>
                <a:spcPct val="60000"/>
              </a:lnSpc>
              <a:spcBef>
                <a:spcPts val="0"/>
              </a:spcBef>
              <a:spcAft>
                <a:spcPts val="0"/>
              </a:spcAft>
              <a:buClr>
                <a:srgbClr val="1A5276"/>
              </a:buClr>
              <a:buSzPts val="837"/>
              <a:buFont typeface="Noto Sans"/>
              <a:buNone/>
            </a:pPr>
            <a:r>
              <a:rPr lang="en-US" sz="837" b="1" i="0" u="none" strike="noStrike" cap="none" baseline="30000">
                <a:solidFill>
                  <a:srgbClr val="1A5276"/>
                </a:solidFill>
                <a:latin typeface="Lexend Deca"/>
                <a:ea typeface="Lexend Deca"/>
                <a:cs typeface="Lexend Deca"/>
                <a:sym typeface="Lexend Deca"/>
              </a:rPr>
              <a:t>Baja Incertidumbre</a:t>
            </a:r>
            <a:endParaRPr sz="837" i="0" u="none" strike="noStrike" cap="none" baseline="30000">
              <a:solidFill>
                <a:schemeClr val="dk1"/>
              </a:solidFill>
              <a:latin typeface="Lexend Deca"/>
              <a:ea typeface="Lexend Deca"/>
              <a:cs typeface="Lexend Deca"/>
              <a:sym typeface="Lexend Deca"/>
            </a:endParaRPr>
          </a:p>
        </p:txBody>
      </p:sp>
      <p:sp>
        <p:nvSpPr>
          <p:cNvPr id="196" name="Google Shape;196;p3"/>
          <p:cNvSpPr/>
          <p:nvPr/>
        </p:nvSpPr>
        <p:spPr>
          <a:xfrm>
            <a:off x="6024835" y="2133430"/>
            <a:ext cx="525600" cy="385800"/>
          </a:xfrm>
          <a:prstGeom prst="rect">
            <a:avLst/>
          </a:prstGeom>
          <a:noFill/>
          <a:ln>
            <a:noFill/>
          </a:ln>
        </p:spPr>
        <p:txBody>
          <a:bodyPr spcFirstLastPara="1" wrap="square" lIns="0" tIns="0" rIns="0" bIns="0" anchor="ctr" anchorCtr="0">
            <a:spAutoFit/>
          </a:bodyPr>
          <a:lstStyle/>
          <a:p>
            <a:pPr marL="0" marR="0" lvl="0" indent="0" algn="ctr" rtl="0">
              <a:lnSpc>
                <a:spcPct val="60000"/>
              </a:lnSpc>
              <a:spcBef>
                <a:spcPts val="0"/>
              </a:spcBef>
              <a:spcAft>
                <a:spcPts val="0"/>
              </a:spcAft>
              <a:buClr>
                <a:srgbClr val="1A5276"/>
              </a:buClr>
              <a:buSzPts val="837"/>
              <a:buFont typeface="Noto Sans"/>
              <a:buNone/>
            </a:pPr>
            <a:r>
              <a:rPr lang="en-US" sz="837" b="1" baseline="30000">
                <a:solidFill>
                  <a:srgbClr val="1A5276"/>
                </a:solidFill>
                <a:latin typeface="Lexend Deca"/>
                <a:ea typeface="Lexend Deca"/>
                <a:cs typeface="Lexend Deca"/>
                <a:sym typeface="Lexend Deca"/>
              </a:rPr>
              <a:t>Alta</a:t>
            </a:r>
            <a:r>
              <a:rPr lang="en-US" sz="837" b="1" i="0" u="none" strike="noStrike" cap="none">
                <a:solidFill>
                  <a:srgbClr val="1A5276"/>
                </a:solidFill>
                <a:latin typeface="Lexend Deca"/>
                <a:ea typeface="Lexend Deca"/>
                <a:cs typeface="Lexend Deca"/>
                <a:sym typeface="Lexend Deca"/>
              </a:rPr>
              <a:t> </a:t>
            </a:r>
            <a:r>
              <a:rPr lang="en-US" sz="837" b="1" baseline="30000">
                <a:solidFill>
                  <a:srgbClr val="1A5276"/>
                </a:solidFill>
                <a:latin typeface="Lexend Deca"/>
                <a:ea typeface="Lexend Deca"/>
                <a:cs typeface="Lexend Deca"/>
                <a:sym typeface="Lexend Deca"/>
              </a:rPr>
              <a:t>Incertidumbre</a:t>
            </a:r>
            <a:endParaRPr sz="837" i="0" u="none" strike="noStrike" cap="none">
              <a:solidFill>
                <a:schemeClr val="dk1"/>
              </a:solidFill>
              <a:latin typeface="Lexend Deca"/>
              <a:ea typeface="Lexend Deca"/>
              <a:cs typeface="Lexend Deca"/>
              <a:sym typeface="Lexend Deca"/>
            </a:endParaRPr>
          </a:p>
        </p:txBody>
      </p:sp>
      <p:sp>
        <p:nvSpPr>
          <p:cNvPr id="197" name="Google Shape;197;p3"/>
          <p:cNvSpPr/>
          <p:nvPr/>
        </p:nvSpPr>
        <p:spPr>
          <a:xfrm>
            <a:off x="480560" y="1239359"/>
            <a:ext cx="4980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u="none" strike="noStrike" cap="none">
                <a:solidFill>
                  <a:srgbClr val="33475B"/>
                </a:solidFill>
                <a:latin typeface="Lexend Deca"/>
                <a:ea typeface="Lexend Deca"/>
                <a:cs typeface="Lexend Deca"/>
                <a:sym typeface="Lexend Deca"/>
              </a:rPr>
              <a:t>Monitorear</a:t>
            </a:r>
            <a:endParaRPr sz="732" u="none" strike="noStrike" cap="none">
              <a:solidFill>
                <a:srgbClr val="33475B"/>
              </a:solidFill>
              <a:latin typeface="Lexend Deca"/>
              <a:ea typeface="Lexend Deca"/>
              <a:cs typeface="Lexend Deca"/>
              <a:sym typeface="Lexend Deca"/>
            </a:endParaRPr>
          </a:p>
        </p:txBody>
      </p:sp>
      <p:sp>
        <p:nvSpPr>
          <p:cNvPr id="198" name="Google Shape;198;p3"/>
          <p:cNvSpPr/>
          <p:nvPr/>
        </p:nvSpPr>
        <p:spPr>
          <a:xfrm>
            <a:off x="5926185" y="1239371"/>
            <a:ext cx="4980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u="none" strike="noStrike" cap="none">
                <a:solidFill>
                  <a:srgbClr val="33475B"/>
                </a:solidFill>
                <a:latin typeface="Lexend Deca"/>
                <a:ea typeface="Lexend Deca"/>
                <a:cs typeface="Lexend Deca"/>
                <a:sym typeface="Lexend Deca"/>
              </a:rPr>
              <a:t>Planificar</a:t>
            </a:r>
            <a:endParaRPr sz="732" u="none" strike="noStrike" cap="none">
              <a:solidFill>
                <a:srgbClr val="33475B"/>
              </a:solidFill>
              <a:latin typeface="Lexend Deca"/>
              <a:ea typeface="Lexend Deca"/>
              <a:cs typeface="Lexend Deca"/>
              <a:sym typeface="Lexend Deca"/>
            </a:endParaRPr>
          </a:p>
        </p:txBody>
      </p:sp>
      <p:sp>
        <p:nvSpPr>
          <p:cNvPr id="199" name="Google Shape;199;p3"/>
          <p:cNvSpPr/>
          <p:nvPr/>
        </p:nvSpPr>
        <p:spPr>
          <a:xfrm>
            <a:off x="480560" y="3772506"/>
            <a:ext cx="4563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u="none" strike="noStrike" cap="none">
                <a:solidFill>
                  <a:srgbClr val="33475B"/>
                </a:solidFill>
                <a:latin typeface="Lexend Deca"/>
                <a:ea typeface="Lexend Deca"/>
                <a:cs typeface="Lexend Deca"/>
                <a:sym typeface="Lexend Deca"/>
              </a:rPr>
              <a:t>Ignorar</a:t>
            </a:r>
            <a:endParaRPr sz="732" u="none" strike="noStrike" cap="none">
              <a:solidFill>
                <a:srgbClr val="33475B"/>
              </a:solidFill>
              <a:latin typeface="Lexend Deca"/>
              <a:ea typeface="Lexend Deca"/>
              <a:cs typeface="Lexend Deca"/>
              <a:sym typeface="Lexend Deca"/>
            </a:endParaRPr>
          </a:p>
        </p:txBody>
      </p:sp>
      <p:sp>
        <p:nvSpPr>
          <p:cNvPr id="200" name="Google Shape;200;p3"/>
          <p:cNvSpPr/>
          <p:nvPr/>
        </p:nvSpPr>
        <p:spPr>
          <a:xfrm>
            <a:off x="5926085" y="3772506"/>
            <a:ext cx="4980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u="none" strike="noStrike" cap="none">
                <a:solidFill>
                  <a:srgbClr val="33475B"/>
                </a:solidFill>
                <a:latin typeface="Lexend Deca"/>
                <a:ea typeface="Lexend Deca"/>
                <a:cs typeface="Lexend Deca"/>
                <a:sym typeface="Lexend Deca"/>
              </a:rPr>
              <a:t>Investigar</a:t>
            </a:r>
            <a:endParaRPr sz="732" u="none" strike="noStrike" cap="none">
              <a:solidFill>
                <a:srgbClr val="33475B"/>
              </a:solidFill>
              <a:latin typeface="Lexend Deca"/>
              <a:ea typeface="Lexend Deca"/>
              <a:cs typeface="Lexend Deca"/>
              <a:sym typeface="Lexend Deca"/>
            </a:endParaRPr>
          </a:p>
        </p:txBody>
      </p:sp>
      <p:sp>
        <p:nvSpPr>
          <p:cNvPr id="201" name="Google Shape;201;p3"/>
          <p:cNvSpPr/>
          <p:nvPr/>
        </p:nvSpPr>
        <p:spPr>
          <a:xfrm>
            <a:off x="2842723" y="1502323"/>
            <a:ext cx="847800" cy="847800"/>
          </a:xfrm>
          <a:prstGeom prst="ellipse">
            <a:avLst/>
          </a:prstGeom>
          <a:solidFill>
            <a:srgbClr val="FF5C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
          <p:cNvSpPr/>
          <p:nvPr/>
        </p:nvSpPr>
        <p:spPr>
          <a:xfrm>
            <a:off x="2909435" y="1625488"/>
            <a:ext cx="714300" cy="3000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FFFFFF"/>
              </a:buClr>
              <a:buSzPts val="732"/>
              <a:buFont typeface="Noto Sans"/>
              <a:buNone/>
            </a:pPr>
            <a:r>
              <a:rPr lang="en-US" sz="732" b="1" i="0" u="none" strike="noStrike" cap="none" dirty="0">
                <a:solidFill>
                  <a:srgbClr val="FFFFFF"/>
                </a:solidFill>
                <a:latin typeface="Lexend Deca"/>
                <a:ea typeface="Lexend Deca"/>
                <a:cs typeface="Lexend Deca"/>
                <a:sym typeface="Lexend Deca"/>
              </a:rPr>
              <a:t>P: Estabilidad política</a:t>
            </a:r>
            <a:endParaRPr sz="732" i="0" u="none" strike="noStrike" cap="none" dirty="0">
              <a:solidFill>
                <a:schemeClr val="dk1"/>
              </a:solidFill>
              <a:latin typeface="Lexend Deca"/>
              <a:ea typeface="Lexend Deca"/>
              <a:cs typeface="Lexend Deca"/>
              <a:sym typeface="Lexend Deca"/>
            </a:endParaRPr>
          </a:p>
        </p:txBody>
      </p:sp>
      <p:sp>
        <p:nvSpPr>
          <p:cNvPr id="203" name="Google Shape;203;p3"/>
          <p:cNvSpPr/>
          <p:nvPr/>
        </p:nvSpPr>
        <p:spPr>
          <a:xfrm>
            <a:off x="2909435" y="1954101"/>
            <a:ext cx="714300" cy="3087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FFFFFF"/>
              </a:buClr>
              <a:buSzPts val="628"/>
              <a:buFont typeface="Noto Sans"/>
              <a:buNone/>
            </a:pPr>
            <a:r>
              <a:rPr lang="en-US" sz="628" i="0" u="none" strike="noStrike" cap="none" dirty="0">
                <a:solidFill>
                  <a:srgbClr val="FFFFFF"/>
                </a:solidFill>
                <a:latin typeface="Lexend Deca"/>
                <a:ea typeface="Lexend Deca"/>
                <a:cs typeface="Lexend Deca"/>
                <a:sym typeface="Lexend Deca"/>
              </a:rPr>
              <a:t>Cambios </a:t>
            </a:r>
            <a:r>
              <a:rPr lang="en-US" sz="628" i="0" u="none" strike="noStrike" cap="none" dirty="0" err="1">
                <a:solidFill>
                  <a:srgbClr val="FFFFFF"/>
                </a:solidFill>
                <a:latin typeface="Lexend Deca"/>
                <a:ea typeface="Lexend Deca"/>
                <a:cs typeface="Lexend Deca"/>
                <a:sym typeface="Lexend Deca"/>
              </a:rPr>
              <a:t>en</a:t>
            </a:r>
            <a:r>
              <a:rPr lang="en-US" sz="628" i="0" u="none" strike="noStrike" cap="none" dirty="0">
                <a:solidFill>
                  <a:srgbClr val="FFFFFF"/>
                </a:solidFill>
                <a:latin typeface="Lexend Deca"/>
                <a:ea typeface="Lexend Deca"/>
                <a:cs typeface="Lexend Deca"/>
                <a:sym typeface="Lexend Deca"/>
              </a:rPr>
              <a:t> políticas </a:t>
            </a:r>
            <a:r>
              <a:rPr lang="en-US" sz="628" i="0" u="none" strike="noStrike" cap="none" dirty="0" err="1">
                <a:solidFill>
                  <a:srgbClr val="FFFFFF"/>
                </a:solidFill>
                <a:latin typeface="Lexend Deca"/>
                <a:ea typeface="Lexend Deca"/>
                <a:cs typeface="Lexend Deca"/>
                <a:sym typeface="Lexend Deca"/>
              </a:rPr>
              <a:t>comerciales</a:t>
            </a:r>
            <a:endParaRPr sz="628" i="0" u="none" strike="noStrike" cap="none" dirty="0">
              <a:solidFill>
                <a:schemeClr val="dk1"/>
              </a:solidFill>
              <a:latin typeface="Lexend Deca"/>
              <a:ea typeface="Lexend Deca"/>
              <a:cs typeface="Lexend Deca"/>
              <a:sym typeface="Lexend Deca"/>
            </a:endParaRPr>
          </a:p>
        </p:txBody>
      </p:sp>
      <p:sp>
        <p:nvSpPr>
          <p:cNvPr id="204" name="Google Shape;204;p3"/>
          <p:cNvSpPr/>
          <p:nvPr/>
        </p:nvSpPr>
        <p:spPr>
          <a:xfrm>
            <a:off x="4566785" y="1801208"/>
            <a:ext cx="857400" cy="857400"/>
          </a:xfrm>
          <a:prstGeom prst="ellipse">
            <a:avLst/>
          </a:prstGeom>
          <a:solidFill>
            <a:srgbClr val="FF8A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4718255" y="2037677"/>
            <a:ext cx="554400" cy="1500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FFFFFF"/>
              </a:buClr>
              <a:buSzPts val="732"/>
              <a:buFont typeface="Noto Sans"/>
              <a:buNone/>
            </a:pPr>
            <a:r>
              <a:rPr lang="en-US" sz="732" b="1" i="0" u="none" strike="noStrike" cap="none">
                <a:solidFill>
                  <a:srgbClr val="FFFFFF"/>
                </a:solidFill>
                <a:latin typeface="Lexend Deca"/>
                <a:ea typeface="Lexend Deca"/>
                <a:cs typeface="Lexend Deca"/>
                <a:sym typeface="Lexend Deca"/>
              </a:rPr>
              <a:t>E: Inflación</a:t>
            </a:r>
            <a:endParaRPr sz="732" i="0" u="none" strike="noStrike" cap="none">
              <a:solidFill>
                <a:schemeClr val="dk1"/>
              </a:solidFill>
              <a:latin typeface="Lexend Deca"/>
              <a:ea typeface="Lexend Deca"/>
              <a:cs typeface="Lexend Deca"/>
              <a:sym typeface="Lexend Deca"/>
            </a:endParaRPr>
          </a:p>
        </p:txBody>
      </p:sp>
      <p:sp>
        <p:nvSpPr>
          <p:cNvPr id="206" name="Google Shape;206;p3"/>
          <p:cNvSpPr/>
          <p:nvPr/>
        </p:nvSpPr>
        <p:spPr>
          <a:xfrm>
            <a:off x="4566785" y="2216271"/>
            <a:ext cx="857400" cy="2058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FFFFFF"/>
              </a:buClr>
              <a:buSzPts val="628"/>
              <a:buFont typeface="Noto Sans"/>
              <a:buNone/>
            </a:pPr>
            <a:r>
              <a:rPr lang="en-US" sz="628" i="0" u="none" strike="noStrike" cap="none">
                <a:solidFill>
                  <a:srgbClr val="FFFFFF"/>
                </a:solidFill>
                <a:latin typeface="Lexend Deca"/>
                <a:ea typeface="Lexend Deca"/>
                <a:cs typeface="Lexend Deca"/>
                <a:sym typeface="Lexend Deca"/>
              </a:rPr>
              <a:t>Aumento de costos operativos</a:t>
            </a:r>
            <a:endParaRPr sz="628" i="0" u="none" strike="noStrike" cap="none">
              <a:solidFill>
                <a:schemeClr val="dk1"/>
              </a:solidFill>
              <a:latin typeface="Lexend Deca"/>
              <a:ea typeface="Lexend Deca"/>
              <a:cs typeface="Lexend Deca"/>
              <a:sym typeface="Lexend Deca"/>
            </a:endParaRPr>
          </a:p>
        </p:txBody>
      </p:sp>
      <p:sp>
        <p:nvSpPr>
          <p:cNvPr id="207" name="Google Shape;207;p3"/>
          <p:cNvSpPr/>
          <p:nvPr/>
        </p:nvSpPr>
        <p:spPr>
          <a:xfrm>
            <a:off x="1208200" y="2842808"/>
            <a:ext cx="759300" cy="759300"/>
          </a:xfrm>
          <a:prstGeom prst="ellipse">
            <a:avLst/>
          </a:prstGeom>
          <a:solidFill>
            <a:srgbClr val="FFBD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1266373" y="2927074"/>
            <a:ext cx="642900" cy="3000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FFFFFF"/>
              </a:buClr>
              <a:buSzPts val="732"/>
              <a:buFont typeface="Noto Sans"/>
              <a:buNone/>
            </a:pPr>
            <a:r>
              <a:rPr lang="en-US" sz="732" b="1" i="0" u="none" strike="noStrike" cap="none">
                <a:solidFill>
                  <a:srgbClr val="FFFFFF"/>
                </a:solidFill>
                <a:latin typeface="Lexend Deca"/>
                <a:ea typeface="Lexend Deca"/>
                <a:cs typeface="Lexend Deca"/>
                <a:sym typeface="Lexend Deca"/>
              </a:rPr>
              <a:t>S: Demografía</a:t>
            </a:r>
            <a:endParaRPr sz="732" i="0" u="none" strike="noStrike" cap="none">
              <a:solidFill>
                <a:schemeClr val="dk1"/>
              </a:solidFill>
              <a:latin typeface="Lexend Deca"/>
              <a:ea typeface="Lexend Deca"/>
              <a:cs typeface="Lexend Deca"/>
              <a:sym typeface="Lexend Deca"/>
            </a:endParaRPr>
          </a:p>
        </p:txBody>
      </p:sp>
      <p:sp>
        <p:nvSpPr>
          <p:cNvPr id="209" name="Google Shape;209;p3"/>
          <p:cNvSpPr/>
          <p:nvPr/>
        </p:nvSpPr>
        <p:spPr>
          <a:xfrm>
            <a:off x="1266373" y="3255687"/>
            <a:ext cx="642900" cy="2058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FFFFFF"/>
              </a:buClr>
              <a:buSzPts val="628"/>
              <a:buFont typeface="Noto Sans"/>
              <a:buNone/>
            </a:pPr>
            <a:r>
              <a:rPr lang="en-US" sz="628" i="0" u="none" strike="noStrike" cap="none">
                <a:solidFill>
                  <a:srgbClr val="FFFFFF"/>
                </a:solidFill>
                <a:latin typeface="Lexend Deca"/>
                <a:ea typeface="Lexend Deca"/>
                <a:cs typeface="Lexend Deca"/>
                <a:sym typeface="Lexend Deca"/>
              </a:rPr>
              <a:t>Envejecimiento poblacional</a:t>
            </a:r>
            <a:endParaRPr sz="628" i="0" u="none" strike="noStrike" cap="none">
              <a:solidFill>
                <a:schemeClr val="dk1"/>
              </a:solidFill>
              <a:latin typeface="Lexend Deca"/>
              <a:ea typeface="Lexend Deca"/>
              <a:cs typeface="Lexend Deca"/>
              <a:sym typeface="Lexend Deca"/>
            </a:endParaRPr>
          </a:p>
        </p:txBody>
      </p:sp>
      <p:sp>
        <p:nvSpPr>
          <p:cNvPr id="210" name="Google Shape;210;p3"/>
          <p:cNvSpPr/>
          <p:nvPr/>
        </p:nvSpPr>
        <p:spPr>
          <a:xfrm>
            <a:off x="1266373" y="1444021"/>
            <a:ext cx="785700" cy="785700"/>
          </a:xfrm>
          <a:prstGeom prst="ellipse">
            <a:avLst/>
          </a:prstGeom>
          <a:solidFill>
            <a:srgbClr val="00A3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1489786" y="1654083"/>
            <a:ext cx="339000" cy="1500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FFFFFF"/>
              </a:buClr>
              <a:buSzPts val="732"/>
              <a:buFont typeface="Noto Sans"/>
              <a:buNone/>
            </a:pPr>
            <a:r>
              <a:rPr lang="en-US" sz="732" b="1" i="0" u="none" strike="noStrike" cap="none">
                <a:solidFill>
                  <a:srgbClr val="FFFFFF"/>
                </a:solidFill>
                <a:latin typeface="Lexend Deca"/>
                <a:ea typeface="Lexend Deca"/>
                <a:cs typeface="Lexend Deca"/>
                <a:sym typeface="Lexend Deca"/>
              </a:rPr>
              <a:t>T: IA</a:t>
            </a:r>
            <a:endParaRPr sz="732" i="0" u="none" strike="noStrike" cap="none">
              <a:solidFill>
                <a:schemeClr val="dk1"/>
              </a:solidFill>
              <a:latin typeface="Lexend Deca"/>
              <a:ea typeface="Lexend Deca"/>
              <a:cs typeface="Lexend Deca"/>
              <a:sym typeface="Lexend Deca"/>
            </a:endParaRPr>
          </a:p>
        </p:txBody>
      </p:sp>
      <p:sp>
        <p:nvSpPr>
          <p:cNvPr id="212" name="Google Shape;212;p3"/>
          <p:cNvSpPr/>
          <p:nvPr/>
        </p:nvSpPr>
        <p:spPr>
          <a:xfrm>
            <a:off x="1266373" y="1823365"/>
            <a:ext cx="785700" cy="2058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FFFFFF"/>
              </a:buClr>
              <a:buSzPts val="628"/>
              <a:buFont typeface="Noto Sans"/>
              <a:buNone/>
            </a:pPr>
            <a:r>
              <a:rPr lang="en-US" sz="628" i="0" u="none" strike="noStrike" cap="none">
                <a:solidFill>
                  <a:srgbClr val="FFFFFF"/>
                </a:solidFill>
                <a:latin typeface="Lexend Deca"/>
                <a:ea typeface="Lexend Deca"/>
                <a:cs typeface="Lexend Deca"/>
                <a:sym typeface="Lexend Deca"/>
              </a:rPr>
              <a:t>Automatización de procesos</a:t>
            </a:r>
            <a:endParaRPr sz="628" i="0" u="none" strike="noStrike" cap="none">
              <a:solidFill>
                <a:schemeClr val="dk1"/>
              </a:solidFill>
              <a:latin typeface="Lexend Deca"/>
              <a:ea typeface="Lexend Deca"/>
              <a:cs typeface="Lexend Deca"/>
              <a:sym typeface="Lexend Deca"/>
            </a:endParaRPr>
          </a:p>
        </p:txBody>
      </p:sp>
      <p:sp>
        <p:nvSpPr>
          <p:cNvPr id="213" name="Google Shape;213;p3"/>
          <p:cNvSpPr/>
          <p:nvPr/>
        </p:nvSpPr>
        <p:spPr>
          <a:xfrm>
            <a:off x="4857161" y="2678096"/>
            <a:ext cx="798000" cy="798000"/>
          </a:xfrm>
          <a:prstGeom prst="ellipse">
            <a:avLst/>
          </a:prstGeom>
          <a:solidFill>
            <a:srgbClr val="FF7A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4925507" y="2877068"/>
            <a:ext cx="675600" cy="1500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FFFFFF"/>
              </a:buClr>
              <a:buSzPts val="732"/>
              <a:buFont typeface="Noto Sans"/>
              <a:buNone/>
            </a:pPr>
            <a:r>
              <a:rPr lang="en-US" sz="732" b="1" i="0" u="none" strike="noStrike" cap="none">
                <a:solidFill>
                  <a:srgbClr val="FFFFFF"/>
                </a:solidFill>
                <a:latin typeface="Lexend Deca"/>
                <a:ea typeface="Lexend Deca"/>
                <a:cs typeface="Lexend Deca"/>
                <a:sym typeface="Lexend Deca"/>
              </a:rPr>
              <a:t>E: Emisiones</a:t>
            </a:r>
            <a:endParaRPr sz="732" i="0" u="none" strike="noStrike" cap="none">
              <a:solidFill>
                <a:schemeClr val="dk1"/>
              </a:solidFill>
              <a:latin typeface="Lexend Deca"/>
              <a:ea typeface="Lexend Deca"/>
              <a:cs typeface="Lexend Deca"/>
              <a:sym typeface="Lexend Deca"/>
            </a:endParaRPr>
          </a:p>
        </p:txBody>
      </p:sp>
      <p:sp>
        <p:nvSpPr>
          <p:cNvPr id="215" name="Google Shape;215;p3"/>
          <p:cNvSpPr/>
          <p:nvPr/>
        </p:nvSpPr>
        <p:spPr>
          <a:xfrm>
            <a:off x="4888254" y="3055662"/>
            <a:ext cx="750000" cy="2058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FFFFFF"/>
              </a:buClr>
              <a:buSzPts val="628"/>
              <a:buFont typeface="Noto Sans"/>
              <a:buNone/>
            </a:pPr>
            <a:r>
              <a:rPr lang="en-US" sz="628" i="0" u="none" strike="noStrike" cap="none">
                <a:solidFill>
                  <a:srgbClr val="FFFFFF"/>
                </a:solidFill>
                <a:latin typeface="Lexend Deca"/>
                <a:ea typeface="Lexend Deca"/>
                <a:cs typeface="Lexend Deca"/>
                <a:sym typeface="Lexend Deca"/>
              </a:rPr>
              <a:t>Nuevas regulaciones</a:t>
            </a:r>
            <a:endParaRPr sz="628" i="0" u="none" strike="noStrike" cap="none">
              <a:solidFill>
                <a:schemeClr val="dk1"/>
              </a:solidFill>
              <a:latin typeface="Lexend Deca"/>
              <a:ea typeface="Lexend Deca"/>
              <a:cs typeface="Lexend Deca"/>
              <a:sym typeface="Lexend Deca"/>
            </a:endParaRPr>
          </a:p>
        </p:txBody>
      </p:sp>
      <p:sp>
        <p:nvSpPr>
          <p:cNvPr id="216" name="Google Shape;216;p3"/>
          <p:cNvSpPr/>
          <p:nvPr/>
        </p:nvSpPr>
        <p:spPr>
          <a:xfrm>
            <a:off x="2623910" y="2451733"/>
            <a:ext cx="821100" cy="821100"/>
          </a:xfrm>
          <a:prstGeom prst="ellipse">
            <a:avLst/>
          </a:prstGeom>
          <a:solidFill>
            <a:srgbClr val="E74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2695123" y="2623465"/>
            <a:ext cx="678600" cy="3000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FFFFFF"/>
              </a:buClr>
              <a:buSzPts val="732"/>
              <a:buFont typeface="Noto Sans"/>
              <a:buNone/>
            </a:pPr>
            <a:r>
              <a:rPr lang="en-US" sz="732" b="1" i="0" u="none" strike="noStrike" cap="none">
                <a:solidFill>
                  <a:srgbClr val="FFFFFF"/>
                </a:solidFill>
                <a:latin typeface="Lexend Deca"/>
                <a:ea typeface="Lexend Deca"/>
                <a:cs typeface="Lexend Deca"/>
                <a:sym typeface="Lexend Deca"/>
              </a:rPr>
              <a:t>L: Protección datos</a:t>
            </a:r>
            <a:endParaRPr sz="732" i="0" u="none" strike="noStrike" cap="none">
              <a:solidFill>
                <a:schemeClr val="dk1"/>
              </a:solidFill>
              <a:latin typeface="Lexend Deca"/>
              <a:ea typeface="Lexend Deca"/>
              <a:cs typeface="Lexend Deca"/>
              <a:sym typeface="Lexend Deca"/>
            </a:endParaRPr>
          </a:p>
        </p:txBody>
      </p:sp>
      <p:sp>
        <p:nvSpPr>
          <p:cNvPr id="218" name="Google Shape;218;p3"/>
          <p:cNvSpPr/>
          <p:nvPr/>
        </p:nvSpPr>
        <p:spPr>
          <a:xfrm>
            <a:off x="2695123" y="2952077"/>
            <a:ext cx="678600" cy="2058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FFFFFF"/>
              </a:buClr>
              <a:buSzPts val="628"/>
              <a:buFont typeface="Noto Sans"/>
              <a:buNone/>
            </a:pPr>
            <a:r>
              <a:rPr lang="en-US" sz="628" i="0" u="none" strike="noStrike" cap="none">
                <a:solidFill>
                  <a:srgbClr val="FFFFFF"/>
                </a:solidFill>
                <a:latin typeface="Lexend Deca"/>
                <a:ea typeface="Lexend Deca"/>
                <a:cs typeface="Lexend Deca"/>
                <a:sym typeface="Lexend Deca"/>
              </a:rPr>
              <a:t>Nuevas normativas</a:t>
            </a:r>
            <a:endParaRPr sz="628" i="0" u="none" strike="noStrike" cap="none">
              <a:solidFill>
                <a:schemeClr val="dk1"/>
              </a:solidFill>
              <a:latin typeface="Lexend Deca"/>
              <a:ea typeface="Lexend Deca"/>
              <a:cs typeface="Lexend Deca"/>
              <a:sym typeface="Lexend Deca"/>
            </a:endParaRPr>
          </a:p>
        </p:txBody>
      </p:sp>
      <p:sp>
        <p:nvSpPr>
          <p:cNvPr id="219" name="Google Shape;219;p3"/>
          <p:cNvSpPr/>
          <p:nvPr/>
        </p:nvSpPr>
        <p:spPr>
          <a:xfrm>
            <a:off x="6872458" y="943198"/>
            <a:ext cx="2000100" cy="3050400"/>
          </a:xfrm>
          <a:prstGeom prst="rect">
            <a:avLst/>
          </a:prstGeom>
          <a:solidFill>
            <a:srgbClr val="FEF4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a:off x="6986758" y="1057498"/>
            <a:ext cx="1771800" cy="200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1A5276"/>
              </a:buClr>
              <a:buSzPts val="942"/>
              <a:buFont typeface="Noto Sans"/>
              <a:buNone/>
            </a:pPr>
            <a:r>
              <a:rPr lang="en-US" sz="942" b="1" i="0" u="none" strike="noStrike" cap="none">
                <a:solidFill>
                  <a:srgbClr val="33475B"/>
                </a:solidFill>
                <a:latin typeface="Lexend Deca"/>
                <a:ea typeface="Lexend Deca"/>
                <a:cs typeface="Lexend Deca"/>
                <a:sym typeface="Lexend Deca"/>
              </a:rPr>
              <a:t>Leyenda PESTEL</a:t>
            </a:r>
            <a:endParaRPr sz="942" i="0" u="none" strike="noStrike" cap="none">
              <a:solidFill>
                <a:srgbClr val="33475B"/>
              </a:solidFill>
              <a:latin typeface="Lexend Deca"/>
              <a:ea typeface="Lexend Deca"/>
              <a:cs typeface="Lexend Deca"/>
              <a:sym typeface="Lexend Deca"/>
            </a:endParaRPr>
          </a:p>
        </p:txBody>
      </p:sp>
      <p:sp>
        <p:nvSpPr>
          <p:cNvPr id="221" name="Google Shape;221;p3"/>
          <p:cNvSpPr/>
          <p:nvPr/>
        </p:nvSpPr>
        <p:spPr>
          <a:xfrm>
            <a:off x="6986758" y="1364679"/>
            <a:ext cx="107100" cy="107100"/>
          </a:xfrm>
          <a:prstGeom prst="ellipse">
            <a:avLst/>
          </a:prstGeom>
          <a:solidFill>
            <a:srgbClr val="FF5C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exend Deca"/>
              <a:ea typeface="Lexend Deca"/>
              <a:cs typeface="Lexend Deca"/>
              <a:sym typeface="Lexend Deca"/>
            </a:endParaRPr>
          </a:p>
        </p:txBody>
      </p:sp>
      <p:sp>
        <p:nvSpPr>
          <p:cNvPr id="222" name="Google Shape;222;p3"/>
          <p:cNvSpPr/>
          <p:nvPr/>
        </p:nvSpPr>
        <p:spPr>
          <a:xfrm>
            <a:off x="7151064" y="1343248"/>
            <a:ext cx="4563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a:solidFill>
                  <a:srgbClr val="333333"/>
                </a:solidFill>
                <a:latin typeface="Lexend Deca"/>
                <a:ea typeface="Lexend Deca"/>
                <a:cs typeface="Lexend Deca"/>
                <a:sym typeface="Lexend Deca"/>
              </a:rPr>
              <a:t>P: Políticos</a:t>
            </a:r>
            <a:endParaRPr sz="732" i="0" u="none" strike="noStrike" cap="none">
              <a:solidFill>
                <a:schemeClr val="dk1"/>
              </a:solidFill>
              <a:latin typeface="Lexend Deca"/>
              <a:ea typeface="Lexend Deca"/>
              <a:cs typeface="Lexend Deca"/>
              <a:sym typeface="Lexend Deca"/>
            </a:endParaRPr>
          </a:p>
        </p:txBody>
      </p:sp>
      <p:sp>
        <p:nvSpPr>
          <p:cNvPr id="223" name="Google Shape;223;p3"/>
          <p:cNvSpPr/>
          <p:nvPr/>
        </p:nvSpPr>
        <p:spPr>
          <a:xfrm>
            <a:off x="6986758" y="1550416"/>
            <a:ext cx="107100" cy="107100"/>
          </a:xfrm>
          <a:prstGeom prst="ellipse">
            <a:avLst/>
          </a:prstGeom>
          <a:solidFill>
            <a:srgbClr val="FF8A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exend Deca"/>
              <a:ea typeface="Lexend Deca"/>
              <a:cs typeface="Lexend Deca"/>
              <a:sym typeface="Lexend Deca"/>
            </a:endParaRPr>
          </a:p>
        </p:txBody>
      </p:sp>
      <p:sp>
        <p:nvSpPr>
          <p:cNvPr id="224" name="Google Shape;224;p3"/>
          <p:cNvSpPr/>
          <p:nvPr/>
        </p:nvSpPr>
        <p:spPr>
          <a:xfrm>
            <a:off x="7151064" y="1528985"/>
            <a:ext cx="6228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a:solidFill>
                  <a:srgbClr val="333333"/>
                </a:solidFill>
                <a:latin typeface="Lexend Deca"/>
                <a:ea typeface="Lexend Deca"/>
                <a:cs typeface="Lexend Deca"/>
                <a:sym typeface="Lexend Deca"/>
              </a:rPr>
              <a:t>E: Económicos</a:t>
            </a:r>
            <a:endParaRPr sz="732" i="0" u="none" strike="noStrike" cap="none">
              <a:solidFill>
                <a:schemeClr val="dk1"/>
              </a:solidFill>
              <a:latin typeface="Lexend Deca"/>
              <a:ea typeface="Lexend Deca"/>
              <a:cs typeface="Lexend Deca"/>
              <a:sym typeface="Lexend Deca"/>
            </a:endParaRPr>
          </a:p>
        </p:txBody>
      </p:sp>
      <p:sp>
        <p:nvSpPr>
          <p:cNvPr id="225" name="Google Shape;225;p3"/>
          <p:cNvSpPr/>
          <p:nvPr/>
        </p:nvSpPr>
        <p:spPr>
          <a:xfrm>
            <a:off x="6986758" y="1736154"/>
            <a:ext cx="107100" cy="107100"/>
          </a:xfrm>
          <a:prstGeom prst="ellipse">
            <a:avLst/>
          </a:prstGeom>
          <a:solidFill>
            <a:srgbClr val="FFBD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exend Deca"/>
              <a:ea typeface="Lexend Deca"/>
              <a:cs typeface="Lexend Deca"/>
              <a:sym typeface="Lexend Deca"/>
            </a:endParaRPr>
          </a:p>
        </p:txBody>
      </p:sp>
      <p:sp>
        <p:nvSpPr>
          <p:cNvPr id="226" name="Google Shape;226;p3"/>
          <p:cNvSpPr/>
          <p:nvPr/>
        </p:nvSpPr>
        <p:spPr>
          <a:xfrm>
            <a:off x="7151064" y="1714723"/>
            <a:ext cx="3789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a:solidFill>
                  <a:srgbClr val="333333"/>
                </a:solidFill>
                <a:latin typeface="Lexend Deca"/>
                <a:ea typeface="Lexend Deca"/>
                <a:cs typeface="Lexend Deca"/>
                <a:sym typeface="Lexend Deca"/>
              </a:rPr>
              <a:t>S: Sociales</a:t>
            </a:r>
            <a:endParaRPr sz="732" i="0" u="none" strike="noStrike" cap="none">
              <a:solidFill>
                <a:schemeClr val="dk1"/>
              </a:solidFill>
              <a:latin typeface="Lexend Deca"/>
              <a:ea typeface="Lexend Deca"/>
              <a:cs typeface="Lexend Deca"/>
              <a:sym typeface="Lexend Deca"/>
            </a:endParaRPr>
          </a:p>
        </p:txBody>
      </p:sp>
      <p:sp>
        <p:nvSpPr>
          <p:cNvPr id="227" name="Google Shape;227;p3"/>
          <p:cNvSpPr/>
          <p:nvPr/>
        </p:nvSpPr>
        <p:spPr>
          <a:xfrm>
            <a:off x="6986758" y="1921891"/>
            <a:ext cx="107100" cy="107100"/>
          </a:xfrm>
          <a:prstGeom prst="ellipse">
            <a:avLst/>
          </a:prstGeom>
          <a:solidFill>
            <a:srgbClr val="00A3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exend Deca"/>
              <a:ea typeface="Lexend Deca"/>
              <a:cs typeface="Lexend Deca"/>
              <a:sym typeface="Lexend Deca"/>
            </a:endParaRPr>
          </a:p>
        </p:txBody>
      </p:sp>
      <p:sp>
        <p:nvSpPr>
          <p:cNvPr id="228" name="Google Shape;228;p3"/>
          <p:cNvSpPr/>
          <p:nvPr/>
        </p:nvSpPr>
        <p:spPr>
          <a:xfrm>
            <a:off x="7151064" y="1900460"/>
            <a:ext cx="6660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a:solidFill>
                  <a:srgbClr val="333333"/>
                </a:solidFill>
                <a:latin typeface="Lexend Deca"/>
                <a:ea typeface="Lexend Deca"/>
                <a:cs typeface="Lexend Deca"/>
                <a:sym typeface="Lexend Deca"/>
              </a:rPr>
              <a:t>T: Tecnológicos</a:t>
            </a:r>
            <a:endParaRPr sz="732" i="0" u="none" strike="noStrike" cap="none">
              <a:solidFill>
                <a:schemeClr val="dk1"/>
              </a:solidFill>
              <a:latin typeface="Lexend Deca"/>
              <a:ea typeface="Lexend Deca"/>
              <a:cs typeface="Lexend Deca"/>
              <a:sym typeface="Lexend Deca"/>
            </a:endParaRPr>
          </a:p>
        </p:txBody>
      </p:sp>
      <p:sp>
        <p:nvSpPr>
          <p:cNvPr id="229" name="Google Shape;229;p3"/>
          <p:cNvSpPr/>
          <p:nvPr/>
        </p:nvSpPr>
        <p:spPr>
          <a:xfrm>
            <a:off x="6986758" y="2107629"/>
            <a:ext cx="107100" cy="107100"/>
          </a:xfrm>
          <a:prstGeom prst="ellipse">
            <a:avLst/>
          </a:prstGeom>
          <a:solidFill>
            <a:srgbClr val="FF7A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exend Deca"/>
              <a:ea typeface="Lexend Deca"/>
              <a:cs typeface="Lexend Deca"/>
              <a:sym typeface="Lexend Deca"/>
            </a:endParaRPr>
          </a:p>
        </p:txBody>
      </p:sp>
      <p:sp>
        <p:nvSpPr>
          <p:cNvPr id="230" name="Google Shape;230;p3"/>
          <p:cNvSpPr/>
          <p:nvPr/>
        </p:nvSpPr>
        <p:spPr>
          <a:xfrm>
            <a:off x="7151064" y="2086198"/>
            <a:ext cx="6180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a:solidFill>
                  <a:srgbClr val="333333"/>
                </a:solidFill>
                <a:latin typeface="Lexend Deca"/>
                <a:ea typeface="Lexend Deca"/>
                <a:cs typeface="Lexend Deca"/>
                <a:sym typeface="Lexend Deca"/>
              </a:rPr>
              <a:t>EC: Ecológicos</a:t>
            </a:r>
            <a:endParaRPr sz="732" i="0" u="none" strike="noStrike" cap="none">
              <a:solidFill>
                <a:schemeClr val="dk1"/>
              </a:solidFill>
              <a:latin typeface="Lexend Deca"/>
              <a:ea typeface="Lexend Deca"/>
              <a:cs typeface="Lexend Deca"/>
              <a:sym typeface="Lexend Deca"/>
            </a:endParaRPr>
          </a:p>
        </p:txBody>
      </p:sp>
      <p:sp>
        <p:nvSpPr>
          <p:cNvPr id="231" name="Google Shape;231;p3"/>
          <p:cNvSpPr/>
          <p:nvPr/>
        </p:nvSpPr>
        <p:spPr>
          <a:xfrm>
            <a:off x="6986758" y="2293366"/>
            <a:ext cx="107100" cy="107100"/>
          </a:xfrm>
          <a:prstGeom prst="ellipse">
            <a:avLst/>
          </a:prstGeom>
          <a:solidFill>
            <a:srgbClr val="E74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Lexend Deca"/>
              <a:ea typeface="Lexend Deca"/>
              <a:cs typeface="Lexend Deca"/>
              <a:sym typeface="Lexend Deca"/>
            </a:endParaRPr>
          </a:p>
        </p:txBody>
      </p:sp>
      <p:sp>
        <p:nvSpPr>
          <p:cNvPr id="232" name="Google Shape;232;p3"/>
          <p:cNvSpPr/>
          <p:nvPr/>
        </p:nvSpPr>
        <p:spPr>
          <a:xfrm>
            <a:off x="7151064" y="2271935"/>
            <a:ext cx="3576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i="0" u="none" strike="noStrike" cap="none">
                <a:solidFill>
                  <a:srgbClr val="333333"/>
                </a:solidFill>
                <a:latin typeface="Lexend Deca"/>
                <a:ea typeface="Lexend Deca"/>
                <a:cs typeface="Lexend Deca"/>
                <a:sym typeface="Lexend Deca"/>
              </a:rPr>
              <a:t>L: Legales</a:t>
            </a:r>
            <a:endParaRPr sz="732" i="0" u="none" strike="noStrike" cap="none">
              <a:solidFill>
                <a:schemeClr val="dk1"/>
              </a:solidFill>
              <a:latin typeface="Lexend Deca"/>
              <a:ea typeface="Lexend Deca"/>
              <a:cs typeface="Lexend Deca"/>
              <a:sym typeface="Lexend Deca"/>
            </a:endParaRPr>
          </a:p>
        </p:txBody>
      </p:sp>
      <p:sp>
        <p:nvSpPr>
          <p:cNvPr id="233" name="Google Shape;233;p3"/>
          <p:cNvSpPr/>
          <p:nvPr/>
        </p:nvSpPr>
        <p:spPr>
          <a:xfrm>
            <a:off x="6986758" y="2490454"/>
            <a:ext cx="1771800" cy="142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b="1" i="0" u="none" strike="noStrike" cap="none">
                <a:solidFill>
                  <a:srgbClr val="33475B"/>
                </a:solidFill>
                <a:latin typeface="Lexend Deca"/>
                <a:ea typeface="Lexend Deca"/>
                <a:cs typeface="Lexend Deca"/>
                <a:sym typeface="Lexend Deca"/>
              </a:rPr>
              <a:t>Interpretación:</a:t>
            </a:r>
            <a:endParaRPr sz="732" i="0" u="none" strike="noStrike" cap="none">
              <a:solidFill>
                <a:srgbClr val="33475B"/>
              </a:solidFill>
              <a:latin typeface="Lexend Deca"/>
              <a:ea typeface="Lexend Deca"/>
              <a:cs typeface="Lexend Deca"/>
              <a:sym typeface="Lexend Deca"/>
            </a:endParaRPr>
          </a:p>
        </p:txBody>
      </p:sp>
      <p:sp>
        <p:nvSpPr>
          <p:cNvPr id="234" name="Google Shape;234;p3"/>
          <p:cNvSpPr/>
          <p:nvPr/>
        </p:nvSpPr>
        <p:spPr>
          <a:xfrm>
            <a:off x="6993464" y="2701845"/>
            <a:ext cx="1771800" cy="278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b="1">
                <a:solidFill>
                  <a:srgbClr val="33475B"/>
                </a:solidFill>
                <a:latin typeface="Lexend Deca"/>
                <a:ea typeface="Lexend Deca"/>
                <a:cs typeface="Lexend Deca"/>
                <a:sym typeface="Lexend Deca"/>
              </a:rPr>
              <a:t>Planificar:</a:t>
            </a:r>
            <a:endParaRPr sz="732">
              <a:solidFill>
                <a:srgbClr val="33475B"/>
              </a:solidFill>
              <a:latin typeface="Lexend Deca"/>
              <a:ea typeface="Lexend Deca"/>
              <a:cs typeface="Lexend Deca"/>
              <a:sym typeface="Lexend Deca"/>
            </a:endParaRPr>
          </a:p>
          <a:p>
            <a:pPr marL="0" marR="0" lvl="0" indent="0" algn="l" rtl="0">
              <a:spcBef>
                <a:spcPts val="0"/>
              </a:spcBef>
              <a:spcAft>
                <a:spcPts val="0"/>
              </a:spcAft>
              <a:buClr>
                <a:srgbClr val="333333"/>
              </a:buClr>
              <a:buSzPts val="732"/>
              <a:buFont typeface="Noto Sans"/>
              <a:buNone/>
            </a:pPr>
            <a:r>
              <a:rPr lang="en-US" sz="732" i="0" u="none" strike="noStrike" cap="none">
                <a:solidFill>
                  <a:srgbClr val="33475B"/>
                </a:solidFill>
                <a:latin typeface="Lexend Deca"/>
                <a:ea typeface="Lexend Deca"/>
                <a:cs typeface="Lexend Deca"/>
                <a:sym typeface="Lexend Deca"/>
              </a:rPr>
              <a:t>Alto impacto, alta incertidumbre</a:t>
            </a:r>
            <a:endParaRPr sz="732" i="0" u="none" strike="noStrike" cap="none">
              <a:solidFill>
                <a:srgbClr val="33475B"/>
              </a:solidFill>
              <a:latin typeface="Lexend Deca"/>
              <a:ea typeface="Lexend Deca"/>
              <a:cs typeface="Lexend Deca"/>
              <a:sym typeface="Lexend Deca"/>
            </a:endParaRPr>
          </a:p>
        </p:txBody>
      </p:sp>
      <p:sp>
        <p:nvSpPr>
          <p:cNvPr id="235" name="Google Shape;235;p3"/>
          <p:cNvSpPr/>
          <p:nvPr/>
        </p:nvSpPr>
        <p:spPr>
          <a:xfrm>
            <a:off x="6993456" y="3000987"/>
            <a:ext cx="1918800" cy="278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b="1">
                <a:solidFill>
                  <a:srgbClr val="33475B"/>
                </a:solidFill>
                <a:latin typeface="Lexend Deca"/>
                <a:ea typeface="Lexend Deca"/>
                <a:cs typeface="Lexend Deca"/>
                <a:sym typeface="Lexend Deca"/>
              </a:rPr>
              <a:t>Monitorear:</a:t>
            </a:r>
            <a:endParaRPr sz="732">
              <a:solidFill>
                <a:srgbClr val="33475B"/>
              </a:solidFill>
              <a:latin typeface="Lexend Deca"/>
              <a:ea typeface="Lexend Deca"/>
              <a:cs typeface="Lexend Deca"/>
              <a:sym typeface="Lexend Deca"/>
            </a:endParaRPr>
          </a:p>
          <a:p>
            <a:pPr marL="0" marR="0" lvl="0" indent="0" algn="l" rtl="0">
              <a:spcBef>
                <a:spcPts val="0"/>
              </a:spcBef>
              <a:spcAft>
                <a:spcPts val="0"/>
              </a:spcAft>
              <a:buClr>
                <a:srgbClr val="333333"/>
              </a:buClr>
              <a:buSzPts val="732"/>
              <a:buFont typeface="Noto Sans"/>
              <a:buNone/>
            </a:pPr>
            <a:r>
              <a:rPr lang="en-US" sz="732" i="0" u="none" strike="noStrike" cap="none">
                <a:solidFill>
                  <a:srgbClr val="33475B"/>
                </a:solidFill>
                <a:latin typeface="Lexend Deca"/>
                <a:ea typeface="Lexend Deca"/>
                <a:cs typeface="Lexend Deca"/>
                <a:sym typeface="Lexend Deca"/>
              </a:rPr>
              <a:t>Alto impacto, baja incertidumbre</a:t>
            </a:r>
            <a:endParaRPr sz="732" i="0" u="none" strike="noStrike" cap="none">
              <a:solidFill>
                <a:srgbClr val="33475B"/>
              </a:solidFill>
              <a:latin typeface="Lexend Deca"/>
              <a:ea typeface="Lexend Deca"/>
              <a:cs typeface="Lexend Deca"/>
              <a:sym typeface="Lexend Deca"/>
            </a:endParaRPr>
          </a:p>
        </p:txBody>
      </p:sp>
      <p:sp>
        <p:nvSpPr>
          <p:cNvPr id="236" name="Google Shape;236;p3"/>
          <p:cNvSpPr/>
          <p:nvPr/>
        </p:nvSpPr>
        <p:spPr>
          <a:xfrm>
            <a:off x="6986756" y="3295690"/>
            <a:ext cx="1875000" cy="278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b="1">
                <a:solidFill>
                  <a:srgbClr val="33475B"/>
                </a:solidFill>
                <a:latin typeface="Lexend Deca"/>
                <a:ea typeface="Lexend Deca"/>
                <a:cs typeface="Lexend Deca"/>
                <a:sym typeface="Lexend Deca"/>
              </a:rPr>
              <a:t>Investigar:</a:t>
            </a:r>
            <a:br>
              <a:rPr lang="en-US" sz="732" b="1">
                <a:solidFill>
                  <a:srgbClr val="33475B"/>
                </a:solidFill>
                <a:latin typeface="Lexend Deca"/>
                <a:ea typeface="Lexend Deca"/>
                <a:cs typeface="Lexend Deca"/>
                <a:sym typeface="Lexend Deca"/>
              </a:rPr>
            </a:br>
            <a:r>
              <a:rPr lang="en-US" sz="732" i="0" u="none" strike="noStrike" cap="none">
                <a:solidFill>
                  <a:srgbClr val="33475B"/>
                </a:solidFill>
                <a:latin typeface="Lexend Deca"/>
                <a:ea typeface="Lexend Deca"/>
                <a:cs typeface="Lexend Deca"/>
                <a:sym typeface="Lexend Deca"/>
              </a:rPr>
              <a:t>Bajo impacto, alta incertidumbre</a:t>
            </a:r>
            <a:endParaRPr sz="732" i="0" u="none" strike="noStrike" cap="none">
              <a:solidFill>
                <a:srgbClr val="33475B"/>
              </a:solidFill>
              <a:latin typeface="Lexend Deca"/>
              <a:ea typeface="Lexend Deca"/>
              <a:cs typeface="Lexend Deca"/>
              <a:sym typeface="Lexend Deca"/>
            </a:endParaRPr>
          </a:p>
        </p:txBody>
      </p:sp>
      <p:sp>
        <p:nvSpPr>
          <p:cNvPr id="237" name="Google Shape;237;p3"/>
          <p:cNvSpPr/>
          <p:nvPr/>
        </p:nvSpPr>
        <p:spPr>
          <a:xfrm>
            <a:off x="7129633" y="3597110"/>
            <a:ext cx="498000" cy="135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33333"/>
              </a:buClr>
              <a:buSzPts val="732"/>
              <a:buFont typeface="Noto Sans"/>
              <a:buNone/>
            </a:pPr>
            <a:endParaRPr sz="732" i="0" u="none" strike="noStrike" cap="none">
              <a:solidFill>
                <a:schemeClr val="dk1"/>
              </a:solidFill>
              <a:latin typeface="Lexend Deca"/>
              <a:ea typeface="Lexend Deca"/>
              <a:cs typeface="Lexend Deca"/>
              <a:sym typeface="Lexend Deca"/>
            </a:endParaRPr>
          </a:p>
        </p:txBody>
      </p:sp>
      <p:sp>
        <p:nvSpPr>
          <p:cNvPr id="238" name="Google Shape;238;p3"/>
          <p:cNvSpPr/>
          <p:nvPr/>
        </p:nvSpPr>
        <p:spPr>
          <a:xfrm>
            <a:off x="6993464" y="3599299"/>
            <a:ext cx="1771800" cy="278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333333"/>
              </a:buClr>
              <a:buSzPts val="732"/>
              <a:buFont typeface="Noto Sans"/>
              <a:buNone/>
            </a:pPr>
            <a:r>
              <a:rPr lang="en-US" sz="732" b="1">
                <a:solidFill>
                  <a:srgbClr val="33475B"/>
                </a:solidFill>
                <a:latin typeface="Lexend Deca"/>
                <a:ea typeface="Lexend Deca"/>
                <a:cs typeface="Lexend Deca"/>
                <a:sym typeface="Lexend Deca"/>
              </a:rPr>
              <a:t>Ignorar:</a:t>
            </a:r>
            <a:endParaRPr sz="732">
              <a:solidFill>
                <a:srgbClr val="33475B"/>
              </a:solidFill>
              <a:latin typeface="Lexend Deca"/>
              <a:ea typeface="Lexend Deca"/>
              <a:cs typeface="Lexend Deca"/>
              <a:sym typeface="Lexend Deca"/>
            </a:endParaRPr>
          </a:p>
          <a:p>
            <a:pPr marL="0" marR="0" lvl="0" indent="0" algn="l" rtl="0">
              <a:spcBef>
                <a:spcPts val="0"/>
              </a:spcBef>
              <a:spcAft>
                <a:spcPts val="0"/>
              </a:spcAft>
              <a:buClr>
                <a:srgbClr val="333333"/>
              </a:buClr>
              <a:buSzPts val="732"/>
              <a:buFont typeface="Noto Sans"/>
              <a:buNone/>
            </a:pPr>
            <a:r>
              <a:rPr lang="en-US" sz="732" i="0" u="none" strike="noStrike" cap="none">
                <a:solidFill>
                  <a:srgbClr val="33475B"/>
                </a:solidFill>
                <a:latin typeface="Lexend Deca"/>
                <a:ea typeface="Lexend Deca"/>
                <a:cs typeface="Lexend Deca"/>
                <a:sym typeface="Lexend Deca"/>
              </a:rPr>
              <a:t>Bajo impacto, baja incertidumbre</a:t>
            </a:r>
            <a:endParaRPr sz="732" i="0" u="none" strike="noStrike" cap="none">
              <a:solidFill>
                <a:srgbClr val="33475B"/>
              </a:solidFill>
              <a:latin typeface="Lexend Deca"/>
              <a:ea typeface="Lexend Deca"/>
              <a:cs typeface="Lexend Deca"/>
              <a:sym typeface="Lexend Deca"/>
            </a:endParaRPr>
          </a:p>
        </p:txBody>
      </p:sp>
      <p:sp>
        <p:nvSpPr>
          <p:cNvPr id="239" name="Google Shape;239;p3"/>
          <p:cNvSpPr/>
          <p:nvPr/>
        </p:nvSpPr>
        <p:spPr>
          <a:xfrm>
            <a:off x="3209139" y="4230163"/>
            <a:ext cx="2334000" cy="171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i="0" u="none" strike="noStrike" cap="none">
                <a:solidFill>
                  <a:schemeClr val="lt1"/>
                </a:solidFill>
                <a:latin typeface="Lexend Deca"/>
                <a:ea typeface="Lexend Deca"/>
                <a:cs typeface="Lexend Deca"/>
                <a:sym typeface="Lexend Deca"/>
              </a:rPr>
              <a:t>Utili</a:t>
            </a:r>
            <a:r>
              <a:rPr lang="en-US" sz="732">
                <a:solidFill>
                  <a:schemeClr val="lt1"/>
                </a:solidFill>
                <a:latin typeface="Lexend Deca"/>
                <a:ea typeface="Lexend Deca"/>
                <a:cs typeface="Lexend Deca"/>
                <a:sym typeface="Lexend Deca"/>
              </a:rPr>
              <a:t>za </a:t>
            </a:r>
            <a:r>
              <a:rPr lang="en-US" sz="732" i="0" u="none" strike="noStrike" cap="none">
                <a:solidFill>
                  <a:schemeClr val="lt1"/>
                </a:solidFill>
                <a:latin typeface="Lexend Deca"/>
                <a:ea typeface="Lexend Deca"/>
                <a:cs typeface="Lexend Deca"/>
                <a:sym typeface="Lexend Deca"/>
              </a:rPr>
              <a:t>este mapa para priorizar factores críticos y sus posibles implicaciones estratégicas.</a:t>
            </a:r>
            <a:endParaRPr sz="732" i="0" u="none" strike="noStrike" cap="none">
              <a:solidFill>
                <a:schemeClr val="lt1"/>
              </a:solidFill>
              <a:latin typeface="Lexend Deca"/>
              <a:ea typeface="Lexend Deca"/>
              <a:cs typeface="Lexend Deca"/>
              <a:sym typeface="Lexend Deca"/>
            </a:endParaRPr>
          </a:p>
        </p:txBody>
      </p:sp>
      <p:sp>
        <p:nvSpPr>
          <p:cNvPr id="240" name="Google Shape;240;p3"/>
          <p:cNvSpPr/>
          <p:nvPr/>
        </p:nvSpPr>
        <p:spPr>
          <a:xfrm>
            <a:off x="5987101" y="4230163"/>
            <a:ext cx="2298600" cy="206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i="0" u="none" strike="noStrike" cap="none">
                <a:solidFill>
                  <a:schemeClr val="lt1"/>
                </a:solidFill>
                <a:latin typeface="Lexend Deca"/>
                <a:ea typeface="Lexend Deca"/>
                <a:cs typeface="Lexend Deca"/>
                <a:sym typeface="Lexend Deca"/>
              </a:rPr>
              <a:t>Ajust</a:t>
            </a:r>
            <a:r>
              <a:rPr lang="en-US" sz="732">
                <a:solidFill>
                  <a:schemeClr val="lt1"/>
                </a:solidFill>
                <a:latin typeface="Lexend Deca"/>
                <a:ea typeface="Lexend Deca"/>
                <a:cs typeface="Lexend Deca"/>
                <a:sym typeface="Lexend Deca"/>
              </a:rPr>
              <a:t>a</a:t>
            </a:r>
            <a:r>
              <a:rPr lang="en-US" sz="732" i="0" u="none" strike="noStrike" cap="none">
                <a:solidFill>
                  <a:schemeClr val="lt1"/>
                </a:solidFill>
                <a:latin typeface="Lexend Deca"/>
                <a:ea typeface="Lexend Deca"/>
                <a:cs typeface="Lexend Deca"/>
                <a:sym typeface="Lexend Deca"/>
              </a:rPr>
              <a:t> el tamaño de las burbujas para representar la magnitud relativa de cada factor.</a:t>
            </a:r>
            <a:endParaRPr sz="732" i="0" u="none" strike="noStrike" cap="none">
              <a:solidFill>
                <a:schemeClr val="lt1"/>
              </a:solidFill>
              <a:latin typeface="Lexend Deca"/>
              <a:ea typeface="Lexend Deca"/>
              <a:cs typeface="Lexend Deca"/>
              <a:sym typeface="Lexend Deca"/>
            </a:endParaRPr>
          </a:p>
        </p:txBody>
      </p:sp>
      <p:sp>
        <p:nvSpPr>
          <p:cNvPr id="241" name="Google Shape;241;p3"/>
          <p:cNvSpPr/>
          <p:nvPr/>
        </p:nvSpPr>
        <p:spPr>
          <a:xfrm>
            <a:off x="3209139" y="4521658"/>
            <a:ext cx="2423700" cy="150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i="0" u="none" strike="noStrike" cap="none">
                <a:solidFill>
                  <a:schemeClr val="lt1"/>
                </a:solidFill>
                <a:latin typeface="Lexend Deca"/>
                <a:ea typeface="Lexend Deca"/>
                <a:cs typeface="Lexend Deca"/>
                <a:sym typeface="Lexend Deca"/>
              </a:rPr>
              <a:t>Actuali</a:t>
            </a:r>
            <a:r>
              <a:rPr lang="en-US" sz="732">
                <a:solidFill>
                  <a:schemeClr val="lt1"/>
                </a:solidFill>
                <a:latin typeface="Lexend Deca"/>
                <a:ea typeface="Lexend Deca"/>
                <a:cs typeface="Lexend Deca"/>
                <a:sym typeface="Lexend Deca"/>
              </a:rPr>
              <a:t>za</a:t>
            </a:r>
            <a:r>
              <a:rPr lang="en-US" sz="732" i="0" u="none" strike="noStrike" cap="none">
                <a:solidFill>
                  <a:schemeClr val="lt1"/>
                </a:solidFill>
                <a:latin typeface="Lexend Deca"/>
                <a:ea typeface="Lexend Deca"/>
                <a:cs typeface="Lexend Deca"/>
                <a:sym typeface="Lexend Deca"/>
              </a:rPr>
              <a:t> las posiciones según evolucione el entorno externo de la organización.</a:t>
            </a:r>
            <a:endParaRPr sz="732" i="0" u="none" strike="noStrike" cap="none">
              <a:solidFill>
                <a:schemeClr val="lt1"/>
              </a:solidFill>
              <a:latin typeface="Lexend Deca"/>
              <a:ea typeface="Lexend Deca"/>
              <a:cs typeface="Lexend Deca"/>
              <a:sym typeface="Lexend Deca"/>
            </a:endParaRPr>
          </a:p>
        </p:txBody>
      </p:sp>
      <p:sp>
        <p:nvSpPr>
          <p:cNvPr id="242" name="Google Shape;242;p3"/>
          <p:cNvSpPr/>
          <p:nvPr/>
        </p:nvSpPr>
        <p:spPr>
          <a:xfrm>
            <a:off x="5987101" y="4528858"/>
            <a:ext cx="2362200" cy="200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Clr>
                <a:srgbClr val="555555"/>
              </a:buClr>
              <a:buSzPts val="732"/>
              <a:buFont typeface="Noto Sans"/>
              <a:buNone/>
            </a:pPr>
            <a:r>
              <a:rPr lang="en-US" sz="732" i="0" u="none" strike="noStrike" cap="none">
                <a:solidFill>
                  <a:schemeClr val="lt1"/>
                </a:solidFill>
                <a:latin typeface="Lexend Deca"/>
                <a:ea typeface="Lexend Deca"/>
                <a:cs typeface="Lexend Deca"/>
                <a:sym typeface="Lexend Deca"/>
              </a:rPr>
              <a:t>Ideal para sesiones estratégicas de alto nivel y planificación de escenarios.</a:t>
            </a:r>
            <a:endParaRPr sz="732" i="0" u="none" strike="noStrike" cap="none">
              <a:solidFill>
                <a:schemeClr val="lt1"/>
              </a:solidFill>
              <a:latin typeface="Lexend Deca"/>
              <a:ea typeface="Lexend Deca"/>
              <a:cs typeface="Lexend Deca"/>
              <a:sym typeface="Lexend Deca"/>
            </a:endParaRPr>
          </a:p>
        </p:txBody>
      </p:sp>
      <p:pic>
        <p:nvPicPr>
          <p:cNvPr id="243" name="Google Shape;243;p3"/>
          <p:cNvPicPr preferRelativeResize="0"/>
          <p:nvPr/>
        </p:nvPicPr>
        <p:blipFill>
          <a:blip r:embed="rId3">
            <a:alphaModFix/>
          </a:blip>
          <a:stretch>
            <a:fillRect/>
          </a:stretch>
        </p:blipFill>
        <p:spPr>
          <a:xfrm>
            <a:off x="3001939" y="4230168"/>
            <a:ext cx="135616" cy="135600"/>
          </a:xfrm>
          <a:prstGeom prst="rect">
            <a:avLst/>
          </a:prstGeom>
          <a:noFill/>
          <a:ln>
            <a:noFill/>
          </a:ln>
        </p:spPr>
      </p:pic>
      <p:pic>
        <p:nvPicPr>
          <p:cNvPr id="244" name="Google Shape;244;p3"/>
          <p:cNvPicPr preferRelativeResize="0"/>
          <p:nvPr/>
        </p:nvPicPr>
        <p:blipFill>
          <a:blip r:embed="rId3">
            <a:alphaModFix/>
          </a:blip>
          <a:stretch>
            <a:fillRect/>
          </a:stretch>
        </p:blipFill>
        <p:spPr>
          <a:xfrm>
            <a:off x="3001939" y="4540113"/>
            <a:ext cx="135616" cy="135600"/>
          </a:xfrm>
          <a:prstGeom prst="rect">
            <a:avLst/>
          </a:prstGeom>
          <a:noFill/>
          <a:ln>
            <a:noFill/>
          </a:ln>
        </p:spPr>
      </p:pic>
      <p:pic>
        <p:nvPicPr>
          <p:cNvPr id="245" name="Google Shape;245;p3"/>
          <p:cNvPicPr preferRelativeResize="0"/>
          <p:nvPr/>
        </p:nvPicPr>
        <p:blipFill>
          <a:blip r:embed="rId3">
            <a:alphaModFix/>
          </a:blip>
          <a:stretch>
            <a:fillRect/>
          </a:stretch>
        </p:blipFill>
        <p:spPr>
          <a:xfrm>
            <a:off x="5730926" y="4237368"/>
            <a:ext cx="135616" cy="135600"/>
          </a:xfrm>
          <a:prstGeom prst="rect">
            <a:avLst/>
          </a:prstGeom>
          <a:noFill/>
          <a:ln>
            <a:noFill/>
          </a:ln>
        </p:spPr>
      </p:pic>
      <p:pic>
        <p:nvPicPr>
          <p:cNvPr id="246" name="Google Shape;246;p3"/>
          <p:cNvPicPr preferRelativeResize="0"/>
          <p:nvPr/>
        </p:nvPicPr>
        <p:blipFill>
          <a:blip r:embed="rId3">
            <a:alphaModFix/>
          </a:blip>
          <a:stretch>
            <a:fillRect/>
          </a:stretch>
        </p:blipFill>
        <p:spPr>
          <a:xfrm>
            <a:off x="5730926" y="4547313"/>
            <a:ext cx="135616" cy="135600"/>
          </a:xfrm>
          <a:prstGeom prst="rect">
            <a:avLst/>
          </a:prstGeom>
          <a:noFill/>
          <a:ln>
            <a:noFill/>
          </a:ln>
        </p:spPr>
      </p:pic>
      <p:sp>
        <p:nvSpPr>
          <p:cNvPr id="247" name="Google Shape;247;p3"/>
          <p:cNvSpPr/>
          <p:nvPr/>
        </p:nvSpPr>
        <p:spPr>
          <a:xfrm>
            <a:off x="451550" y="213275"/>
            <a:ext cx="3559800" cy="3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A5276"/>
              </a:buClr>
              <a:buSzPts val="2025"/>
              <a:buFont typeface="Noto Sans"/>
              <a:buNone/>
            </a:pPr>
            <a:r>
              <a:rPr lang="en-US" sz="1500" b="1">
                <a:solidFill>
                  <a:srgbClr val="33475B"/>
                </a:solidFill>
                <a:latin typeface="Lexend Deca"/>
                <a:ea typeface="Lexend Deca"/>
                <a:cs typeface="Lexend Deca"/>
                <a:sym typeface="Lexend Deca"/>
              </a:rPr>
              <a:t>Plantilla 3 | Mapa de impacto</a:t>
            </a:r>
            <a:endParaRPr sz="1500" b="1">
              <a:solidFill>
                <a:srgbClr val="33475B"/>
              </a:solidFill>
              <a:latin typeface="Lexend Deca"/>
              <a:ea typeface="Lexend Deca"/>
              <a:cs typeface="Lexend Deca"/>
              <a:sym typeface="Lexend Deca"/>
            </a:endParaRPr>
          </a:p>
        </p:txBody>
      </p:sp>
      <p:sp>
        <p:nvSpPr>
          <p:cNvPr id="248" name="Google Shape;248;p3"/>
          <p:cNvSpPr/>
          <p:nvPr/>
        </p:nvSpPr>
        <p:spPr>
          <a:xfrm>
            <a:off x="451550" y="525150"/>
            <a:ext cx="4051200" cy="257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3498DB"/>
              </a:buClr>
              <a:buSzPts val="1350"/>
              <a:buFont typeface="Noto Sans"/>
              <a:buNone/>
            </a:pPr>
            <a:r>
              <a:rPr lang="en-US" sz="1100">
                <a:solidFill>
                  <a:srgbClr val="33475B"/>
                </a:solidFill>
                <a:latin typeface="Lexend Deca"/>
                <a:ea typeface="Lexend Deca"/>
                <a:cs typeface="Lexend Deca"/>
                <a:sym typeface="Lexend Deca"/>
              </a:rPr>
              <a:t>Análisis PESTEL según impacto e incertidumbre</a:t>
            </a:r>
            <a:endParaRPr sz="1100">
              <a:solidFill>
                <a:srgbClr val="33475B"/>
              </a:solidFill>
              <a:latin typeface="Lexend Deca"/>
              <a:ea typeface="Lexend Deca"/>
              <a:cs typeface="Lexend Deca"/>
              <a:sym typeface="Lexend Deca"/>
            </a:endParaRPr>
          </a:p>
        </p:txBody>
      </p:sp>
      <p:sp>
        <p:nvSpPr>
          <p:cNvPr id="249" name="Google Shape;249;p3"/>
          <p:cNvSpPr/>
          <p:nvPr/>
        </p:nvSpPr>
        <p:spPr>
          <a:xfrm>
            <a:off x="810100" y="4306454"/>
            <a:ext cx="1286100" cy="333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39C12"/>
              </a:buClr>
              <a:buSzPts val="942"/>
              <a:buFont typeface="Noto Sans"/>
              <a:buNone/>
            </a:pPr>
            <a:r>
              <a:rPr lang="en-US" sz="1142" b="1" i="0" u="none" strike="noStrike" cap="none">
                <a:solidFill>
                  <a:srgbClr val="FEF4EA"/>
                </a:solidFill>
                <a:latin typeface="Lexend Deca"/>
                <a:ea typeface="Lexend Deca"/>
                <a:cs typeface="Lexend Deca"/>
                <a:sym typeface="Lexend Deca"/>
              </a:rPr>
              <a:t>Consejos de uso:</a:t>
            </a:r>
            <a:endParaRPr sz="1142" i="0" u="none" strike="noStrike" cap="none">
              <a:solidFill>
                <a:srgbClr val="FEF4EA"/>
              </a:solidFill>
              <a:latin typeface="Lexend Deca"/>
              <a:ea typeface="Lexend Deca"/>
              <a:cs typeface="Lexend Deca"/>
              <a:sym typeface="Lexend Dec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4EA"/>
        </a:solidFill>
        <a:effectLst/>
      </p:bgPr>
    </p:bg>
    <p:spTree>
      <p:nvGrpSpPr>
        <p:cNvPr id="1" name="Shape 253"/>
        <p:cNvGrpSpPr/>
        <p:nvPr/>
      </p:nvGrpSpPr>
      <p:grpSpPr>
        <a:xfrm>
          <a:off x="0" y="0"/>
          <a:ext cx="0" cy="0"/>
          <a:chOff x="0" y="0"/>
          <a:chExt cx="0" cy="0"/>
        </a:xfrm>
      </p:grpSpPr>
      <p:sp>
        <p:nvSpPr>
          <p:cNvPr id="254" name="Google Shape;254;g36f0094208a_0_202"/>
          <p:cNvSpPr/>
          <p:nvPr/>
        </p:nvSpPr>
        <p:spPr>
          <a:xfrm>
            <a:off x="3191500" y="2027200"/>
            <a:ext cx="5286300" cy="1876200"/>
          </a:xfrm>
          <a:prstGeom prst="roundRect">
            <a:avLst>
              <a:gd name="adj" fmla="val 5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 name="Google Shape;255;g36f0094208a_0_202"/>
          <p:cNvSpPr txBox="1">
            <a:spLocks noGrp="1"/>
          </p:cNvSpPr>
          <p:nvPr>
            <p:ph type="title"/>
          </p:nvPr>
        </p:nvSpPr>
        <p:spPr>
          <a:xfrm>
            <a:off x="4899325" y="692735"/>
            <a:ext cx="3506100" cy="112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2100">
                <a:solidFill>
                  <a:srgbClr val="33475B"/>
                </a:solidFill>
                <a:latin typeface="Lexend Deca SemiBold"/>
                <a:ea typeface="Lexend Deca SemiBold"/>
                <a:cs typeface="Lexend Deca SemiBold"/>
                <a:sym typeface="Lexend Deca SemiBold"/>
              </a:rPr>
              <a:t>Transforma tu análisis </a:t>
            </a:r>
            <a:r>
              <a:rPr lang="en-US" sz="2100">
                <a:solidFill>
                  <a:srgbClr val="555555"/>
                </a:solidFill>
                <a:latin typeface="Lexend Deca SemiBold"/>
                <a:ea typeface="Lexend Deca SemiBold"/>
                <a:cs typeface="Lexend Deca SemiBold"/>
                <a:sym typeface="Lexend Deca SemiBold"/>
              </a:rPr>
              <a:t>PESTEL </a:t>
            </a:r>
            <a:r>
              <a:rPr lang="en-US" sz="2100">
                <a:solidFill>
                  <a:srgbClr val="33475B"/>
                </a:solidFill>
                <a:latin typeface="Lexend Deca SemiBold"/>
                <a:ea typeface="Lexend Deca SemiBold"/>
                <a:cs typeface="Lexend Deca SemiBold"/>
                <a:sym typeface="Lexend Deca SemiBold"/>
              </a:rPr>
              <a:t>en una estrategia accionable</a:t>
            </a:r>
            <a:endParaRPr sz="2100">
              <a:solidFill>
                <a:srgbClr val="33475B"/>
              </a:solidFill>
              <a:latin typeface="Lexend Deca SemiBold"/>
              <a:ea typeface="Lexend Deca SemiBold"/>
              <a:cs typeface="Lexend Deca SemiBold"/>
              <a:sym typeface="Lexend Deca SemiBold"/>
            </a:endParaRPr>
          </a:p>
          <a:p>
            <a:pPr marL="0" lvl="0" indent="0" algn="l" rtl="0">
              <a:lnSpc>
                <a:spcPct val="100000"/>
              </a:lnSpc>
              <a:spcBef>
                <a:spcPts val="0"/>
              </a:spcBef>
              <a:spcAft>
                <a:spcPts val="0"/>
              </a:spcAft>
              <a:buSzPts val="2800"/>
              <a:buNone/>
            </a:pPr>
            <a:endParaRPr sz="2100">
              <a:solidFill>
                <a:srgbClr val="33475B"/>
              </a:solidFill>
              <a:latin typeface="Lexend Deca SemiBold"/>
              <a:ea typeface="Lexend Deca SemiBold"/>
              <a:cs typeface="Lexend Deca SemiBold"/>
              <a:sym typeface="Lexend Deca SemiBold"/>
            </a:endParaRPr>
          </a:p>
          <a:p>
            <a:pPr marL="0" lvl="0" indent="0" algn="l" rtl="0">
              <a:lnSpc>
                <a:spcPct val="100000"/>
              </a:lnSpc>
              <a:spcBef>
                <a:spcPts val="0"/>
              </a:spcBef>
              <a:spcAft>
                <a:spcPts val="0"/>
              </a:spcAft>
              <a:buSzPts val="2800"/>
              <a:buNone/>
            </a:pPr>
            <a:endParaRPr sz="2100">
              <a:solidFill>
                <a:srgbClr val="33475B"/>
              </a:solidFill>
              <a:latin typeface="Lexend Deca SemiBold"/>
              <a:ea typeface="Lexend Deca SemiBold"/>
              <a:cs typeface="Lexend Deca SemiBold"/>
              <a:sym typeface="Lexend Deca SemiBold"/>
            </a:endParaRPr>
          </a:p>
        </p:txBody>
      </p:sp>
      <p:sp>
        <p:nvSpPr>
          <p:cNvPr id="256" name="Google Shape;256;g36f0094208a_0_202"/>
          <p:cNvSpPr txBox="1">
            <a:spLocks noGrp="1"/>
          </p:cNvSpPr>
          <p:nvPr>
            <p:ph type="body" idx="1"/>
          </p:nvPr>
        </p:nvSpPr>
        <p:spPr>
          <a:xfrm>
            <a:off x="4899325" y="2237588"/>
            <a:ext cx="3304500" cy="1489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600"/>
              </a:spcBef>
              <a:spcAft>
                <a:spcPts val="0"/>
              </a:spcAft>
              <a:buSzPts val="1100"/>
              <a:buNone/>
            </a:pPr>
            <a:r>
              <a:rPr lang="en-US" sz="1000">
                <a:solidFill>
                  <a:srgbClr val="33475B"/>
                </a:solidFill>
                <a:latin typeface="Lexend Deca Light"/>
                <a:ea typeface="Lexend Deca Light"/>
                <a:cs typeface="Lexend Deca Light"/>
                <a:sym typeface="Lexend Deca Ligh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Una vez que has detallado cada aspecto de tu análisis PESTEL, es momento de profundizar no solo en el contexto actual de tu organización, sino también en las estrategias viables para enfrentar posibles escenarios futuros. Esta fase de acción te permitirá transformar el análisis en decisiones concretas que impulsen el crecimiento y la resiliencia de tu negocio.</a:t>
            </a:r>
            <a:endParaRPr sz="1000">
              <a:solidFill>
                <a:srgbClr val="33475B"/>
              </a:solidFill>
              <a:latin typeface="Lexend Deca Light"/>
              <a:ea typeface="Lexend Deca Light"/>
              <a:cs typeface="Lexend Deca Light"/>
              <a:sym typeface="Lexend Deca Light"/>
            </a:endParaRPr>
          </a:p>
          <a:p>
            <a:pPr marL="0" lvl="0" indent="0" algn="l" rtl="0">
              <a:lnSpc>
                <a:spcPct val="115000"/>
              </a:lnSpc>
              <a:spcBef>
                <a:spcPts val="1600"/>
              </a:spcBef>
              <a:spcAft>
                <a:spcPts val="1600"/>
              </a:spcAft>
              <a:buSzPts val="1800"/>
              <a:buNone/>
            </a:pPr>
            <a:endParaRPr sz="1000">
              <a:solidFill>
                <a:srgbClr val="33475B"/>
              </a:solidFill>
              <a:latin typeface="Lexend Deca Light"/>
              <a:ea typeface="Lexend Deca Light"/>
              <a:cs typeface="Lexend Deca Light"/>
              <a:sym typeface="Lexend Deca Light"/>
            </a:endParaRPr>
          </a:p>
        </p:txBody>
      </p:sp>
      <p:pic>
        <p:nvPicPr>
          <p:cNvPr id="257" name="Google Shape;257;g36f0094208a_0_202"/>
          <p:cNvPicPr preferRelativeResize="0"/>
          <p:nvPr/>
        </p:nvPicPr>
        <p:blipFill rotWithShape="1">
          <a:blip r:embed="rId3">
            <a:alphaModFix/>
          </a:blip>
          <a:srcRect l="15672" r="19777" b="11520"/>
          <a:stretch/>
        </p:blipFill>
        <p:spPr>
          <a:xfrm>
            <a:off x="-49475" y="622475"/>
            <a:ext cx="4948800" cy="45210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4EA"/>
        </a:solidFill>
        <a:effectLst/>
      </p:bgPr>
    </p:bg>
    <p:spTree>
      <p:nvGrpSpPr>
        <p:cNvPr id="1" name="Shape 261"/>
        <p:cNvGrpSpPr/>
        <p:nvPr/>
      </p:nvGrpSpPr>
      <p:grpSpPr>
        <a:xfrm>
          <a:off x="0" y="0"/>
          <a:ext cx="0" cy="0"/>
          <a:chOff x="0" y="0"/>
          <a:chExt cx="0" cy="0"/>
        </a:xfrm>
      </p:grpSpPr>
      <p:sp>
        <p:nvSpPr>
          <p:cNvPr id="262" name="Google Shape;262;g36f0094208a_0_214"/>
          <p:cNvSpPr/>
          <p:nvPr/>
        </p:nvSpPr>
        <p:spPr>
          <a:xfrm>
            <a:off x="167325" y="3858999"/>
            <a:ext cx="2143500" cy="914700"/>
          </a:xfrm>
          <a:prstGeom prst="roundRect">
            <a:avLst>
              <a:gd name="adj" fmla="val 5162"/>
            </a:avLst>
          </a:prstGeom>
          <a:solidFill>
            <a:srgbClr val="33475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g36f0094208a_0_214"/>
          <p:cNvSpPr txBox="1">
            <a:spLocks noGrp="1"/>
          </p:cNvSpPr>
          <p:nvPr>
            <p:ph type="title"/>
          </p:nvPr>
        </p:nvSpPr>
        <p:spPr>
          <a:xfrm>
            <a:off x="196100" y="369900"/>
            <a:ext cx="8666400" cy="860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2400">
                <a:solidFill>
                  <a:srgbClr val="33475B"/>
                </a:solidFill>
                <a:latin typeface="Lexend Deca SemiBold"/>
                <a:ea typeface="Lexend Deca SemiBold"/>
                <a:cs typeface="Lexend Deca SemiBold"/>
                <a:sym typeface="Lexend Deca SemiBold"/>
              </a:rPr>
              <a:t>Transforma tu análisis PESTEL</a:t>
            </a:r>
            <a:br>
              <a:rPr lang="en-US" sz="2400">
                <a:solidFill>
                  <a:srgbClr val="33475B"/>
                </a:solidFill>
                <a:latin typeface="Lexend Deca SemiBold"/>
                <a:ea typeface="Lexend Deca SemiBold"/>
                <a:cs typeface="Lexend Deca SemiBold"/>
                <a:sym typeface="Lexend Deca SemiBold"/>
              </a:rPr>
            </a:br>
            <a:r>
              <a:rPr lang="en-US" sz="2400">
                <a:solidFill>
                  <a:srgbClr val="33475B"/>
                </a:solidFill>
                <a:latin typeface="Lexend Deca SemiBold"/>
                <a:ea typeface="Lexend Deca SemiBold"/>
                <a:cs typeface="Lexend Deca SemiBold"/>
                <a:sym typeface="Lexend Deca SemiBold"/>
              </a:rPr>
              <a:t>en una estrategia accionable</a:t>
            </a:r>
            <a:endParaRPr sz="2400">
              <a:solidFill>
                <a:srgbClr val="33475B"/>
              </a:solidFill>
              <a:latin typeface="Lexend Deca SemiBold"/>
              <a:ea typeface="Lexend Deca SemiBold"/>
              <a:cs typeface="Lexend Deca SemiBold"/>
              <a:sym typeface="Lexend Deca SemiBold"/>
            </a:endParaRPr>
          </a:p>
        </p:txBody>
      </p:sp>
      <p:sp>
        <p:nvSpPr>
          <p:cNvPr id="264" name="Google Shape;264;g36f0094208a_0_214"/>
          <p:cNvSpPr/>
          <p:nvPr/>
        </p:nvSpPr>
        <p:spPr>
          <a:xfrm>
            <a:off x="167325" y="1664250"/>
            <a:ext cx="2143500" cy="2099700"/>
          </a:xfrm>
          <a:prstGeom prst="roundRect">
            <a:avLst>
              <a:gd name="adj" fmla="val 5162"/>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g36f0094208a_0_214"/>
          <p:cNvSpPr txBox="1"/>
          <p:nvPr/>
        </p:nvSpPr>
        <p:spPr>
          <a:xfrm>
            <a:off x="239155" y="2010698"/>
            <a:ext cx="19998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1600"/>
              </a:spcBef>
              <a:spcAft>
                <a:spcPts val="0"/>
              </a:spcAft>
              <a:buClr>
                <a:srgbClr val="000000"/>
              </a:buClr>
              <a:buSzPts val="900"/>
              <a:buFont typeface="Arial"/>
              <a:buNone/>
            </a:pPr>
            <a:r>
              <a:rPr lang="en-US" sz="1000" b="1" i="0" u="none" strike="noStrike" cap="none">
                <a:solidFill>
                  <a:srgbClr val="33475B"/>
                </a:solidFill>
                <a:latin typeface="Lexend Deca"/>
                <a:ea typeface="Lexend Deca"/>
                <a:cs typeface="Lexend Deca"/>
                <a:sym typeface="Lexend Deca"/>
              </a:rPr>
              <a:t>Prioriza los factores de impacto inmediato</a:t>
            </a:r>
            <a:endParaRPr sz="1000" b="0" i="0" u="none" strike="noStrike" cap="none">
              <a:solidFill>
                <a:srgbClr val="000000"/>
              </a:solidFill>
              <a:latin typeface="Arial"/>
              <a:ea typeface="Arial"/>
              <a:cs typeface="Arial"/>
              <a:sym typeface="Arial"/>
            </a:endParaRPr>
          </a:p>
        </p:txBody>
      </p:sp>
      <p:sp>
        <p:nvSpPr>
          <p:cNvPr id="266" name="Google Shape;266;g36f0094208a_0_214"/>
          <p:cNvSpPr/>
          <p:nvPr/>
        </p:nvSpPr>
        <p:spPr>
          <a:xfrm>
            <a:off x="2389275" y="1664250"/>
            <a:ext cx="2143500" cy="2099700"/>
          </a:xfrm>
          <a:prstGeom prst="roundRect">
            <a:avLst>
              <a:gd name="adj" fmla="val 5162"/>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g36f0094208a_0_214"/>
          <p:cNvSpPr txBox="1"/>
          <p:nvPr/>
        </p:nvSpPr>
        <p:spPr>
          <a:xfrm>
            <a:off x="2497075" y="2005887"/>
            <a:ext cx="1999800" cy="4926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1600"/>
              </a:spcBef>
              <a:spcAft>
                <a:spcPts val="0"/>
              </a:spcAft>
              <a:buClr>
                <a:schemeClr val="dk1"/>
              </a:buClr>
              <a:buSzPts val="900"/>
              <a:buFont typeface="Arial"/>
              <a:buNone/>
            </a:pPr>
            <a:r>
              <a:rPr lang="en-US" sz="1000" b="1">
                <a:solidFill>
                  <a:srgbClr val="33475B"/>
                </a:solidFill>
                <a:latin typeface="Lexend Deca"/>
                <a:ea typeface="Lexend Deca"/>
                <a:cs typeface="Lexend Deca"/>
                <a:sym typeface="Lexend Deca"/>
              </a:rPr>
              <a:t>Asigna recursos con intención</a:t>
            </a:r>
            <a:endParaRPr sz="1000" b="0" i="0" u="none" strike="noStrike" cap="none">
              <a:solidFill>
                <a:srgbClr val="000000"/>
              </a:solidFill>
              <a:latin typeface="Arial"/>
              <a:ea typeface="Arial"/>
              <a:cs typeface="Arial"/>
              <a:sym typeface="Arial"/>
            </a:endParaRPr>
          </a:p>
        </p:txBody>
      </p:sp>
      <p:sp>
        <p:nvSpPr>
          <p:cNvPr id="268" name="Google Shape;268;g36f0094208a_0_214"/>
          <p:cNvSpPr/>
          <p:nvPr/>
        </p:nvSpPr>
        <p:spPr>
          <a:xfrm>
            <a:off x="4611250" y="1664250"/>
            <a:ext cx="2143500" cy="2099700"/>
          </a:xfrm>
          <a:prstGeom prst="roundRect">
            <a:avLst>
              <a:gd name="adj" fmla="val 5162"/>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g36f0094208a_0_214"/>
          <p:cNvSpPr txBox="1"/>
          <p:nvPr/>
        </p:nvSpPr>
        <p:spPr>
          <a:xfrm>
            <a:off x="4711025" y="2020167"/>
            <a:ext cx="1999800" cy="4926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Clr>
                <a:schemeClr val="dk1"/>
              </a:buClr>
              <a:buSzPts val="900"/>
              <a:buFont typeface="Arial"/>
              <a:buNone/>
            </a:pPr>
            <a:r>
              <a:rPr lang="en-US" sz="1000" b="1">
                <a:solidFill>
                  <a:srgbClr val="33475B"/>
                </a:solidFill>
                <a:latin typeface="Lexend Deca"/>
                <a:ea typeface="Lexend Deca"/>
                <a:cs typeface="Lexend Deca"/>
                <a:sym typeface="Lexend Deca"/>
              </a:rPr>
              <a:t>Diseña un plan con escenarios de contingencia</a:t>
            </a:r>
            <a:endParaRPr sz="1000" b="1">
              <a:solidFill>
                <a:srgbClr val="33475B"/>
              </a:solidFill>
              <a:latin typeface="Lexend Deca"/>
              <a:ea typeface="Lexend Deca"/>
              <a:cs typeface="Lexend Deca"/>
              <a:sym typeface="Lexend Deca"/>
            </a:endParaRPr>
          </a:p>
        </p:txBody>
      </p:sp>
      <p:sp>
        <p:nvSpPr>
          <p:cNvPr id="270" name="Google Shape;270;g36f0094208a_0_214"/>
          <p:cNvSpPr/>
          <p:nvPr/>
        </p:nvSpPr>
        <p:spPr>
          <a:xfrm>
            <a:off x="6833200" y="1664250"/>
            <a:ext cx="2143500" cy="2099700"/>
          </a:xfrm>
          <a:prstGeom prst="roundRect">
            <a:avLst>
              <a:gd name="adj" fmla="val 5162"/>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g36f0094208a_0_214"/>
          <p:cNvSpPr txBox="1"/>
          <p:nvPr/>
        </p:nvSpPr>
        <p:spPr>
          <a:xfrm>
            <a:off x="6924975" y="2006930"/>
            <a:ext cx="1999800" cy="4926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1600"/>
              </a:spcBef>
              <a:spcAft>
                <a:spcPts val="0"/>
              </a:spcAft>
              <a:buClr>
                <a:schemeClr val="dk1"/>
              </a:buClr>
              <a:buSzPts val="900"/>
              <a:buFont typeface="Arial"/>
              <a:buNone/>
            </a:pPr>
            <a:r>
              <a:rPr lang="en-US" sz="1000" b="1">
                <a:solidFill>
                  <a:srgbClr val="33475B"/>
                </a:solidFill>
                <a:latin typeface="Lexend Deca"/>
                <a:ea typeface="Lexend Deca"/>
                <a:cs typeface="Lexend Deca"/>
                <a:sym typeface="Lexend Deca"/>
              </a:rPr>
              <a:t>Revisa y ajusta periódicamente</a:t>
            </a:r>
            <a:endParaRPr sz="1000" b="1">
              <a:solidFill>
                <a:srgbClr val="33475B"/>
              </a:solidFill>
              <a:latin typeface="Lexend Deca"/>
              <a:ea typeface="Lexend Deca"/>
              <a:cs typeface="Lexend Deca"/>
              <a:sym typeface="Lexend Deca"/>
            </a:endParaRPr>
          </a:p>
        </p:txBody>
      </p:sp>
      <p:sp>
        <p:nvSpPr>
          <p:cNvPr id="272" name="Google Shape;272;g36f0094208a_0_214"/>
          <p:cNvSpPr/>
          <p:nvPr/>
        </p:nvSpPr>
        <p:spPr>
          <a:xfrm>
            <a:off x="312050" y="1433003"/>
            <a:ext cx="712800" cy="575400"/>
          </a:xfrm>
          <a:prstGeom prst="round2DiagRect">
            <a:avLst>
              <a:gd name="adj1" fmla="val 16667"/>
              <a:gd name="adj2" fmla="val 0"/>
            </a:avLst>
          </a:prstGeom>
          <a:solidFill>
            <a:srgbClr val="33475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g36f0094208a_0_214"/>
          <p:cNvSpPr txBox="1"/>
          <p:nvPr/>
        </p:nvSpPr>
        <p:spPr>
          <a:xfrm>
            <a:off x="411650" y="1489853"/>
            <a:ext cx="484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EF4EA"/>
                </a:solidFill>
                <a:latin typeface="Lexend Deca SemiBold"/>
                <a:ea typeface="Lexend Deca SemiBold"/>
                <a:cs typeface="Lexend Deca SemiBold"/>
                <a:sym typeface="Lexend Deca SemiBold"/>
              </a:rPr>
              <a:t>01</a:t>
            </a:r>
            <a:endParaRPr sz="1800" b="0" i="0" u="none" strike="noStrike" cap="none">
              <a:solidFill>
                <a:srgbClr val="FEF4EA"/>
              </a:solidFill>
              <a:latin typeface="Lexend Deca SemiBold"/>
              <a:ea typeface="Lexend Deca SemiBold"/>
              <a:cs typeface="Lexend Deca SemiBold"/>
              <a:sym typeface="Lexend Deca SemiBold"/>
            </a:endParaRPr>
          </a:p>
        </p:txBody>
      </p:sp>
      <p:sp>
        <p:nvSpPr>
          <p:cNvPr id="274" name="Google Shape;274;g36f0094208a_0_214"/>
          <p:cNvSpPr/>
          <p:nvPr/>
        </p:nvSpPr>
        <p:spPr>
          <a:xfrm>
            <a:off x="2536275" y="1433015"/>
            <a:ext cx="712800" cy="575400"/>
          </a:xfrm>
          <a:prstGeom prst="round2DiagRect">
            <a:avLst>
              <a:gd name="adj1" fmla="val 16667"/>
              <a:gd name="adj2" fmla="val 0"/>
            </a:avLst>
          </a:prstGeom>
          <a:solidFill>
            <a:srgbClr val="33475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g36f0094208a_0_214"/>
          <p:cNvSpPr txBox="1"/>
          <p:nvPr/>
        </p:nvSpPr>
        <p:spPr>
          <a:xfrm>
            <a:off x="2635875" y="1489865"/>
            <a:ext cx="484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a:solidFill>
                  <a:srgbClr val="FEF4EA"/>
                </a:solidFill>
                <a:latin typeface="Lexend Deca SemiBold"/>
                <a:ea typeface="Lexend Deca SemiBold"/>
                <a:cs typeface="Lexend Deca SemiBold"/>
                <a:sym typeface="Lexend Deca SemiBold"/>
              </a:rPr>
              <a:t>02</a:t>
            </a:r>
            <a:endParaRPr sz="1800" b="0" i="0" u="none" strike="noStrike" cap="none">
              <a:solidFill>
                <a:srgbClr val="FEF4EA"/>
              </a:solidFill>
              <a:latin typeface="Lexend Deca SemiBold"/>
              <a:ea typeface="Lexend Deca SemiBold"/>
              <a:cs typeface="Lexend Deca SemiBold"/>
              <a:sym typeface="Lexend Deca SemiBold"/>
            </a:endParaRPr>
          </a:p>
        </p:txBody>
      </p:sp>
      <p:sp>
        <p:nvSpPr>
          <p:cNvPr id="276" name="Google Shape;276;g36f0094208a_0_214"/>
          <p:cNvSpPr/>
          <p:nvPr/>
        </p:nvSpPr>
        <p:spPr>
          <a:xfrm>
            <a:off x="4760500" y="1433003"/>
            <a:ext cx="712800" cy="575400"/>
          </a:xfrm>
          <a:prstGeom prst="round2DiagRect">
            <a:avLst>
              <a:gd name="adj1" fmla="val 16667"/>
              <a:gd name="adj2" fmla="val 0"/>
            </a:avLst>
          </a:prstGeom>
          <a:solidFill>
            <a:srgbClr val="33475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g36f0094208a_0_214"/>
          <p:cNvSpPr txBox="1"/>
          <p:nvPr/>
        </p:nvSpPr>
        <p:spPr>
          <a:xfrm>
            <a:off x="4860100" y="1489853"/>
            <a:ext cx="484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a:solidFill>
                  <a:srgbClr val="FEF4EA"/>
                </a:solidFill>
                <a:latin typeface="Lexend Deca SemiBold"/>
                <a:ea typeface="Lexend Deca SemiBold"/>
                <a:cs typeface="Lexend Deca SemiBold"/>
                <a:sym typeface="Lexend Deca SemiBold"/>
              </a:rPr>
              <a:t>03</a:t>
            </a:r>
            <a:endParaRPr sz="1800" b="0" i="0" u="none" strike="noStrike" cap="none">
              <a:solidFill>
                <a:srgbClr val="FEF4EA"/>
              </a:solidFill>
              <a:latin typeface="Lexend Deca SemiBold"/>
              <a:ea typeface="Lexend Deca SemiBold"/>
              <a:cs typeface="Lexend Deca SemiBold"/>
              <a:sym typeface="Lexend Deca SemiBold"/>
            </a:endParaRPr>
          </a:p>
        </p:txBody>
      </p:sp>
      <p:sp>
        <p:nvSpPr>
          <p:cNvPr id="278" name="Google Shape;278;g36f0094208a_0_214"/>
          <p:cNvSpPr/>
          <p:nvPr/>
        </p:nvSpPr>
        <p:spPr>
          <a:xfrm>
            <a:off x="6984725" y="1433003"/>
            <a:ext cx="712800" cy="575400"/>
          </a:xfrm>
          <a:prstGeom prst="round2DiagRect">
            <a:avLst>
              <a:gd name="adj1" fmla="val 16667"/>
              <a:gd name="adj2" fmla="val 0"/>
            </a:avLst>
          </a:prstGeom>
          <a:solidFill>
            <a:srgbClr val="33475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 name="Google Shape;279;g36f0094208a_0_214"/>
          <p:cNvSpPr txBox="1"/>
          <p:nvPr/>
        </p:nvSpPr>
        <p:spPr>
          <a:xfrm>
            <a:off x="7084325" y="1489853"/>
            <a:ext cx="484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a:solidFill>
                  <a:srgbClr val="FEF4EA"/>
                </a:solidFill>
                <a:latin typeface="Lexend Deca SemiBold"/>
                <a:ea typeface="Lexend Deca SemiBold"/>
                <a:cs typeface="Lexend Deca SemiBold"/>
                <a:sym typeface="Lexend Deca SemiBold"/>
              </a:rPr>
              <a:t>04</a:t>
            </a:r>
            <a:endParaRPr sz="1800" b="0" i="0" u="none" strike="noStrike" cap="none">
              <a:solidFill>
                <a:srgbClr val="FEF4EA"/>
              </a:solidFill>
              <a:latin typeface="Lexend Deca SemiBold"/>
              <a:ea typeface="Lexend Deca SemiBold"/>
              <a:cs typeface="Lexend Deca SemiBold"/>
              <a:sym typeface="Lexend Deca SemiBold"/>
            </a:endParaRPr>
          </a:p>
        </p:txBody>
      </p:sp>
      <p:sp>
        <p:nvSpPr>
          <p:cNvPr id="280" name="Google Shape;280;g36f0094208a_0_214"/>
          <p:cNvSpPr txBox="1"/>
          <p:nvPr/>
        </p:nvSpPr>
        <p:spPr>
          <a:xfrm>
            <a:off x="476925" y="3875008"/>
            <a:ext cx="1761900" cy="8772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1200"/>
              </a:spcBef>
              <a:spcAft>
                <a:spcPts val="1200"/>
              </a:spcAft>
              <a:buNone/>
            </a:pPr>
            <a:r>
              <a:rPr lang="en-US" sz="900">
                <a:solidFill>
                  <a:schemeClr val="lt1"/>
                </a:solidFill>
                <a:latin typeface="Lexend Deca Light"/>
                <a:ea typeface="Lexend Deca Light"/>
                <a:cs typeface="Lexend Deca Light"/>
                <a:sym typeface="Lexend Deca Ligh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Haz una lista con tus 3 factores más urgentes. </a:t>
            </a:r>
            <a:r>
              <a:rPr lang="en-US" sz="900" b="1">
                <a:solidFill>
                  <a:schemeClr val="lt1"/>
                </a:solidFill>
                <a:latin typeface="Lexend Deca"/>
                <a:ea typeface="Lexend Deca"/>
                <a:cs typeface="Lexend Deca"/>
                <a:sym typeface="Lexend Deca"/>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¿Qué decisiones estás postergando por no enfrentarlos?</a:t>
            </a:r>
            <a:endParaRPr sz="900" b="1">
              <a:solidFill>
                <a:schemeClr val="lt1"/>
              </a:solidFill>
              <a:latin typeface="Lexend Deca"/>
              <a:ea typeface="Lexend Deca"/>
              <a:cs typeface="Lexend Deca"/>
              <a:sym typeface="Lexend Deca"/>
            </a:endParaRPr>
          </a:p>
        </p:txBody>
      </p:sp>
      <p:sp>
        <p:nvSpPr>
          <p:cNvPr id="281" name="Google Shape;281;g36f0094208a_0_214"/>
          <p:cNvSpPr/>
          <p:nvPr/>
        </p:nvSpPr>
        <p:spPr>
          <a:xfrm>
            <a:off x="2389300" y="3859084"/>
            <a:ext cx="2143500" cy="914700"/>
          </a:xfrm>
          <a:prstGeom prst="roundRect">
            <a:avLst>
              <a:gd name="adj" fmla="val 5162"/>
            </a:avLst>
          </a:prstGeom>
          <a:solidFill>
            <a:srgbClr val="33475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g36f0094208a_0_214"/>
          <p:cNvSpPr txBox="1"/>
          <p:nvPr/>
        </p:nvSpPr>
        <p:spPr>
          <a:xfrm>
            <a:off x="2718075" y="3875000"/>
            <a:ext cx="1687500" cy="600300"/>
          </a:xfrm>
          <a:prstGeom prst="rect">
            <a:avLst/>
          </a:prstGeom>
          <a:noFill/>
          <a:ln>
            <a:noFill/>
          </a:ln>
        </p:spPr>
        <p:txBody>
          <a:bodyPr spcFirstLastPara="1" wrap="square" lIns="91425" tIns="91425" rIns="91425" bIns="91425" anchor="t" anchorCtr="0">
            <a:spAutoFit/>
          </a:bodyPr>
          <a:lstStyle/>
          <a:p>
            <a:pPr marL="0" lvl="0" indent="0" algn="l" rtl="0">
              <a:spcBef>
                <a:spcPts val="1200"/>
              </a:spcBef>
              <a:spcAft>
                <a:spcPts val="1200"/>
              </a:spcAft>
              <a:buClr>
                <a:schemeClr val="dk1"/>
              </a:buClr>
              <a:buSzPts val="1100"/>
              <a:buFont typeface="Arial"/>
              <a:buNone/>
            </a:pPr>
            <a:r>
              <a:rPr lang="en-US" sz="900">
                <a:solidFill>
                  <a:schemeClr val="lt1"/>
                </a:solidFill>
                <a:latin typeface="Lexend Deca Light"/>
                <a:ea typeface="Lexend Deca Light"/>
                <a:cs typeface="Lexend Deca Light"/>
                <a:sym typeface="Lexend Deca Light"/>
              </a:rPr>
              <a:t>Si solo tuvieras el 50 % de tu presupuesto, </a:t>
            </a:r>
            <a:r>
              <a:rPr lang="en-US" sz="900" b="1">
                <a:solidFill>
                  <a:schemeClr val="lt1"/>
                </a:solidFill>
                <a:latin typeface="Lexend Deca"/>
                <a:ea typeface="Lexend Deca"/>
                <a:cs typeface="Lexend Deca"/>
                <a:sym typeface="Lexend Deca"/>
              </a:rPr>
              <a:t>¿dónde lo pondrías hoy?</a:t>
            </a:r>
            <a:endParaRPr sz="900" b="1">
              <a:solidFill>
                <a:schemeClr val="lt1"/>
              </a:solidFill>
              <a:latin typeface="Lexend Deca"/>
              <a:ea typeface="Lexend Deca"/>
              <a:cs typeface="Lexend Deca"/>
              <a:sym typeface="Lexend Deca"/>
            </a:endParaRPr>
          </a:p>
        </p:txBody>
      </p:sp>
      <p:sp>
        <p:nvSpPr>
          <p:cNvPr id="283" name="Google Shape;283;g36f0094208a_0_214"/>
          <p:cNvSpPr/>
          <p:nvPr/>
        </p:nvSpPr>
        <p:spPr>
          <a:xfrm>
            <a:off x="4644988" y="3853152"/>
            <a:ext cx="2143500" cy="914700"/>
          </a:xfrm>
          <a:prstGeom prst="roundRect">
            <a:avLst>
              <a:gd name="adj" fmla="val 5162"/>
            </a:avLst>
          </a:prstGeom>
          <a:solidFill>
            <a:srgbClr val="33475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g36f0094208a_0_214"/>
          <p:cNvSpPr txBox="1"/>
          <p:nvPr/>
        </p:nvSpPr>
        <p:spPr>
          <a:xfrm>
            <a:off x="4962575" y="3875008"/>
            <a:ext cx="1670100" cy="738900"/>
          </a:xfrm>
          <a:prstGeom prst="rect">
            <a:avLst/>
          </a:prstGeom>
          <a:noFill/>
          <a:ln>
            <a:noFill/>
          </a:ln>
        </p:spPr>
        <p:txBody>
          <a:bodyPr spcFirstLastPara="1" wrap="square" lIns="91425" tIns="91425" rIns="91425" bIns="91425" anchor="t" anchorCtr="0">
            <a:spAutoFit/>
          </a:bodyPr>
          <a:lstStyle/>
          <a:p>
            <a:pPr marL="0" lvl="0" indent="0" algn="l" rtl="0">
              <a:spcBef>
                <a:spcPts val="1200"/>
              </a:spcBef>
              <a:spcAft>
                <a:spcPts val="1200"/>
              </a:spcAft>
              <a:buClr>
                <a:schemeClr val="dk1"/>
              </a:buClr>
              <a:buSzPts val="1100"/>
              <a:buFont typeface="Arial"/>
              <a:buNone/>
            </a:pPr>
            <a:r>
              <a:rPr lang="en-US" sz="900">
                <a:solidFill>
                  <a:schemeClr val="lt1"/>
                </a:solidFill>
                <a:latin typeface="Lexend Deca Light"/>
                <a:ea typeface="Lexend Deca Light"/>
                <a:cs typeface="Lexend Deca Light"/>
                <a:sym typeface="Lexend Deca Light"/>
              </a:rPr>
              <a:t>Escribe un </a:t>
            </a:r>
            <a:r>
              <a:rPr lang="en-US" sz="900" b="1">
                <a:solidFill>
                  <a:schemeClr val="lt1"/>
                </a:solidFill>
                <a:latin typeface="Lexend Deca"/>
                <a:ea typeface="Lexend Deca"/>
                <a:cs typeface="Lexend Deca"/>
                <a:sym typeface="Lexend Deca"/>
              </a:rPr>
              <a:t>“Plan B”</a:t>
            </a:r>
            <a:r>
              <a:rPr lang="en-US" sz="900">
                <a:solidFill>
                  <a:schemeClr val="lt1"/>
                </a:solidFill>
                <a:latin typeface="Lexend Deca Light"/>
                <a:ea typeface="Lexend Deca Light"/>
                <a:cs typeface="Lexend Deca Light"/>
                <a:sym typeface="Lexend Deca Light"/>
              </a:rPr>
              <a:t> para un factor de alto impacto. Así reduces incertidumbre y aumentas agilidad.</a:t>
            </a:r>
            <a:endParaRPr sz="900">
              <a:solidFill>
                <a:schemeClr val="lt1"/>
              </a:solidFill>
              <a:latin typeface="Lexend Deca Light"/>
              <a:ea typeface="Lexend Deca Light"/>
              <a:cs typeface="Lexend Deca Light"/>
              <a:sym typeface="Lexend Deca Light"/>
            </a:endParaRPr>
          </a:p>
        </p:txBody>
      </p:sp>
      <p:sp>
        <p:nvSpPr>
          <p:cNvPr id="285" name="Google Shape;285;g36f0094208a_0_214"/>
          <p:cNvSpPr/>
          <p:nvPr/>
        </p:nvSpPr>
        <p:spPr>
          <a:xfrm>
            <a:off x="6833200" y="3853166"/>
            <a:ext cx="2143500" cy="914700"/>
          </a:xfrm>
          <a:prstGeom prst="roundRect">
            <a:avLst>
              <a:gd name="adj" fmla="val 5162"/>
            </a:avLst>
          </a:prstGeom>
          <a:solidFill>
            <a:srgbClr val="33475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 name="Google Shape;286;g36f0094208a_0_214"/>
          <p:cNvSpPr txBox="1"/>
          <p:nvPr/>
        </p:nvSpPr>
        <p:spPr>
          <a:xfrm>
            <a:off x="7156650" y="3875000"/>
            <a:ext cx="1705800" cy="600300"/>
          </a:xfrm>
          <a:prstGeom prst="rect">
            <a:avLst/>
          </a:prstGeom>
          <a:noFill/>
          <a:ln>
            <a:noFill/>
          </a:ln>
        </p:spPr>
        <p:txBody>
          <a:bodyPr spcFirstLastPara="1" wrap="square" lIns="91425" tIns="91425" rIns="91425" bIns="91425" anchor="t" anchorCtr="0">
            <a:spAutoFit/>
          </a:bodyPr>
          <a:lstStyle/>
          <a:p>
            <a:pPr marL="0" lvl="0" indent="0" algn="l" rtl="0">
              <a:spcBef>
                <a:spcPts val="1200"/>
              </a:spcBef>
              <a:spcAft>
                <a:spcPts val="1200"/>
              </a:spcAft>
              <a:buClr>
                <a:schemeClr val="dk1"/>
              </a:buClr>
              <a:buSzPts val="1100"/>
              <a:buFont typeface="Arial"/>
              <a:buNone/>
            </a:pPr>
            <a:r>
              <a:rPr lang="en-US" sz="900">
                <a:solidFill>
                  <a:schemeClr val="lt1"/>
                </a:solidFill>
                <a:latin typeface="Lexend Deca Light"/>
                <a:ea typeface="Lexend Deca Light"/>
                <a:cs typeface="Lexend Deca Light"/>
                <a:sym typeface="Lexend Deca Light"/>
              </a:rPr>
              <a:t>Agenda ya tu próxima revisión PESTEL en el calendario del equipo.</a:t>
            </a:r>
            <a:endParaRPr sz="900">
              <a:solidFill>
                <a:schemeClr val="lt1"/>
              </a:solidFill>
              <a:latin typeface="Lexend Deca Light"/>
              <a:ea typeface="Lexend Deca Light"/>
              <a:cs typeface="Lexend Deca Light"/>
              <a:sym typeface="Lexend Deca Light"/>
            </a:endParaRPr>
          </a:p>
        </p:txBody>
      </p:sp>
      <p:sp>
        <p:nvSpPr>
          <p:cNvPr id="287" name="Google Shape;287;g36f0094208a_0_214"/>
          <p:cNvSpPr txBox="1"/>
          <p:nvPr/>
        </p:nvSpPr>
        <p:spPr>
          <a:xfrm>
            <a:off x="244837" y="2410833"/>
            <a:ext cx="1966200" cy="892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1200"/>
              </a:spcBef>
              <a:spcAft>
                <a:spcPts val="0"/>
              </a:spcAft>
              <a:buClr>
                <a:schemeClr val="dk1"/>
              </a:buClr>
              <a:buSzPts val="1100"/>
              <a:buFont typeface="Arial"/>
              <a:buNone/>
            </a:pPr>
            <a:r>
              <a:rPr lang="en-US" sz="900">
                <a:solidFill>
                  <a:srgbClr val="33475B"/>
                </a:solidFill>
                <a:latin typeface="Lexend Deca Light"/>
                <a:ea typeface="Lexend Deca Light"/>
                <a:cs typeface="Lexend Deca Light"/>
                <a:sym typeface="Lexend Deca Light"/>
              </a:rPr>
              <a:t>Clasifica cada factor PESTEL según su impacto y urgencia:</a:t>
            </a:r>
            <a:endParaRPr sz="900">
              <a:solidFill>
                <a:srgbClr val="33475B"/>
              </a:solidFill>
              <a:latin typeface="Lexend Deca Light"/>
              <a:ea typeface="Lexend Deca Light"/>
              <a:cs typeface="Lexend Deca Light"/>
              <a:sym typeface="Lexend Deca Light"/>
            </a:endParaRPr>
          </a:p>
          <a:p>
            <a:pPr marL="0" lvl="0" indent="0" algn="l" rtl="0">
              <a:lnSpc>
                <a:spcPct val="100000"/>
              </a:lnSpc>
              <a:spcBef>
                <a:spcPts val="1200"/>
              </a:spcBef>
              <a:spcAft>
                <a:spcPts val="1200"/>
              </a:spcAft>
              <a:buNone/>
            </a:pPr>
            <a:r>
              <a:rPr lang="en-US" sz="900">
                <a:solidFill>
                  <a:srgbClr val="33475B"/>
                </a:solidFill>
                <a:latin typeface="Lexend Deca Light"/>
                <a:ea typeface="Lexend Deca Light"/>
                <a:cs typeface="Lexend Deca Light"/>
                <a:sym typeface="Lexend Deca Light"/>
              </a:rPr>
              <a:t>Inmediato | Mediano plazo |</a:t>
            </a:r>
            <a:br>
              <a:rPr lang="en-US" sz="900">
                <a:solidFill>
                  <a:srgbClr val="33475B"/>
                </a:solidFill>
                <a:latin typeface="Lexend Deca Light"/>
                <a:ea typeface="Lexend Deca Light"/>
                <a:cs typeface="Lexend Deca Light"/>
                <a:sym typeface="Lexend Deca Light"/>
              </a:rPr>
            </a:br>
            <a:r>
              <a:rPr lang="en-US" sz="900">
                <a:solidFill>
                  <a:srgbClr val="33475B"/>
                </a:solidFill>
                <a:latin typeface="Lexend Deca Light"/>
                <a:ea typeface="Lexend Deca Light"/>
                <a:cs typeface="Lexend Deca Light"/>
                <a:sym typeface="Lexend Deca Light"/>
              </a:rPr>
              <a:t>A monitorear</a:t>
            </a:r>
            <a:endParaRPr sz="900">
              <a:solidFill>
                <a:srgbClr val="33475B"/>
              </a:solidFill>
              <a:latin typeface="Lexend Deca Light"/>
              <a:ea typeface="Lexend Deca Light"/>
              <a:cs typeface="Lexend Deca Light"/>
              <a:sym typeface="Lexend Deca Light"/>
            </a:endParaRPr>
          </a:p>
        </p:txBody>
      </p:sp>
      <p:sp>
        <p:nvSpPr>
          <p:cNvPr id="288" name="Google Shape;288;g36f0094208a_0_214"/>
          <p:cNvSpPr txBox="1"/>
          <p:nvPr/>
        </p:nvSpPr>
        <p:spPr>
          <a:xfrm>
            <a:off x="2497075" y="2406023"/>
            <a:ext cx="1882800" cy="13392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1200"/>
              </a:spcBef>
              <a:spcAft>
                <a:spcPts val="1200"/>
              </a:spcAft>
              <a:buNone/>
            </a:pPr>
            <a:r>
              <a:rPr lang="en-US" sz="900">
                <a:solidFill>
                  <a:srgbClr val="33475B"/>
                </a:solidFill>
                <a:latin typeface="Lexend Deca Light"/>
                <a:ea typeface="Lexend Deca Light"/>
                <a:cs typeface="Lexend Deca Light"/>
                <a:sym typeface="Lexend Deca Light"/>
              </a:rPr>
              <a:t>¿Estás invirtiendo donde</a:t>
            </a:r>
            <a:br>
              <a:rPr lang="en-US" sz="900">
                <a:solidFill>
                  <a:srgbClr val="33475B"/>
                </a:solidFill>
                <a:latin typeface="Lexend Deca Light"/>
                <a:ea typeface="Lexend Deca Light"/>
                <a:cs typeface="Lexend Deca Light"/>
                <a:sym typeface="Lexend Deca Light"/>
              </a:rPr>
            </a:br>
            <a:r>
              <a:rPr lang="en-US" sz="900">
                <a:solidFill>
                  <a:srgbClr val="33475B"/>
                </a:solidFill>
                <a:latin typeface="Lexend Deca Light"/>
                <a:ea typeface="Lexend Deca Light"/>
                <a:cs typeface="Lexend Deca Light"/>
                <a:sym typeface="Lexend Deca Light"/>
              </a:rPr>
              <a:t>realmente importa?</a:t>
            </a:r>
            <a:br>
              <a:rPr lang="en-US" sz="900">
                <a:solidFill>
                  <a:srgbClr val="33475B"/>
                </a:solidFill>
                <a:latin typeface="Lexend Deca Light"/>
                <a:ea typeface="Lexend Deca Light"/>
                <a:cs typeface="Lexend Deca Light"/>
                <a:sym typeface="Lexend Deca Light"/>
              </a:rPr>
            </a:br>
            <a:br>
              <a:rPr lang="en-US" sz="900">
                <a:solidFill>
                  <a:srgbClr val="33475B"/>
                </a:solidFill>
                <a:latin typeface="Lexend Deca Light"/>
                <a:ea typeface="Lexend Deca Light"/>
                <a:cs typeface="Lexend Deca Light"/>
                <a:sym typeface="Lexend Deca Light"/>
              </a:rPr>
            </a:br>
            <a:r>
              <a:rPr lang="en-US" sz="900">
                <a:solidFill>
                  <a:srgbClr val="33475B"/>
                </a:solidFill>
                <a:latin typeface="Lexend Deca Light"/>
                <a:ea typeface="Lexend Deca Light"/>
                <a:cs typeface="Lexend Deca Light"/>
                <a:sym typeface="Lexend Deca Light"/>
              </a:rPr>
              <a:t>Distribuye tiempo, presupuesto y talento hacia factores que: </a:t>
            </a:r>
            <a:br>
              <a:rPr lang="en-US" sz="900">
                <a:solidFill>
                  <a:srgbClr val="33475B"/>
                </a:solidFill>
                <a:latin typeface="Lexend Deca Light"/>
                <a:ea typeface="Lexend Deca Light"/>
                <a:cs typeface="Lexend Deca Light"/>
                <a:sym typeface="Lexend Deca Light"/>
              </a:rPr>
            </a:br>
            <a:r>
              <a:rPr lang="en-US" sz="1050">
                <a:solidFill>
                  <a:schemeClr val="dk2"/>
                </a:solidFill>
                <a:highlight>
                  <a:srgbClr val="FFFFFF"/>
                </a:highlight>
              </a:rPr>
              <a:t>•</a:t>
            </a:r>
            <a:r>
              <a:rPr lang="en-US" sz="1150">
                <a:solidFill>
                  <a:schemeClr val="dk2"/>
                </a:solidFill>
                <a:highlight>
                  <a:srgbClr val="FFFFFF"/>
                </a:highlight>
              </a:rPr>
              <a:t> </a:t>
            </a:r>
            <a:r>
              <a:rPr lang="en-US" sz="800" b="1">
                <a:solidFill>
                  <a:schemeClr val="dk2"/>
                </a:solidFill>
                <a:latin typeface="Lexend Deca"/>
                <a:ea typeface="Lexend Deca"/>
                <a:cs typeface="Lexend Deca"/>
                <a:sym typeface="Lexend Deca"/>
              </a:rPr>
              <a:t>Representan una gran oportunidad</a:t>
            </a:r>
            <a:br>
              <a:rPr lang="en-US" sz="700" b="1">
                <a:solidFill>
                  <a:schemeClr val="dk2"/>
                </a:solidFill>
                <a:latin typeface="Lexend Deca"/>
                <a:ea typeface="Lexend Deca"/>
                <a:cs typeface="Lexend Deca"/>
                <a:sym typeface="Lexend Deca"/>
              </a:rPr>
            </a:br>
            <a:r>
              <a:rPr lang="en-US" sz="1050">
                <a:solidFill>
                  <a:schemeClr val="dk2"/>
                </a:solidFill>
                <a:highlight>
                  <a:srgbClr val="FFFFFF"/>
                </a:highlight>
              </a:rPr>
              <a:t>• </a:t>
            </a:r>
            <a:r>
              <a:rPr lang="en-US" sz="800" b="1">
                <a:solidFill>
                  <a:schemeClr val="dk2"/>
                </a:solidFill>
                <a:latin typeface="Lexend Deca"/>
                <a:ea typeface="Lexend Deca"/>
                <a:cs typeface="Lexend Deca"/>
                <a:sym typeface="Lexend Deca"/>
              </a:rPr>
              <a:t>Sean riesgos inminentes</a:t>
            </a:r>
            <a:endParaRPr sz="800" b="1">
              <a:solidFill>
                <a:schemeClr val="dk2"/>
              </a:solidFill>
              <a:latin typeface="Lexend Deca"/>
              <a:ea typeface="Lexend Deca"/>
              <a:cs typeface="Lexend Deca"/>
              <a:sym typeface="Lexend Deca"/>
            </a:endParaRPr>
          </a:p>
        </p:txBody>
      </p:sp>
      <p:sp>
        <p:nvSpPr>
          <p:cNvPr id="289" name="Google Shape;289;g36f0094208a_0_214"/>
          <p:cNvSpPr txBox="1"/>
          <p:nvPr/>
        </p:nvSpPr>
        <p:spPr>
          <a:xfrm>
            <a:off x="4711025" y="2420455"/>
            <a:ext cx="1999800" cy="1185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1200"/>
              </a:spcBef>
              <a:spcAft>
                <a:spcPts val="1200"/>
              </a:spcAft>
              <a:buNone/>
            </a:pPr>
            <a:r>
              <a:rPr lang="en-US" sz="900">
                <a:solidFill>
                  <a:srgbClr val="33475B"/>
                </a:solidFill>
                <a:latin typeface="Lexend Deca Light"/>
                <a:ea typeface="Lexend Deca Light"/>
                <a:cs typeface="Lexend Deca Light"/>
                <a:sym typeface="Lexend Deca Light"/>
              </a:rPr>
              <a:t>¿Qué harías si todo cambiará mañana?</a:t>
            </a:r>
            <a:br>
              <a:rPr lang="en-US" sz="900">
                <a:solidFill>
                  <a:srgbClr val="33475B"/>
                </a:solidFill>
                <a:latin typeface="Lexend Deca Light"/>
                <a:ea typeface="Lexend Deca Light"/>
                <a:cs typeface="Lexend Deca Light"/>
                <a:sym typeface="Lexend Deca Light"/>
              </a:rPr>
            </a:br>
            <a:br>
              <a:rPr lang="en-US" sz="900">
                <a:solidFill>
                  <a:srgbClr val="33475B"/>
                </a:solidFill>
                <a:latin typeface="Lexend Deca Light"/>
                <a:ea typeface="Lexend Deca Light"/>
                <a:cs typeface="Lexend Deca Light"/>
                <a:sym typeface="Lexend Deca Light"/>
              </a:rPr>
            </a:br>
            <a:r>
              <a:rPr lang="en-US" sz="900">
                <a:solidFill>
                  <a:srgbClr val="33475B"/>
                </a:solidFill>
                <a:latin typeface="Lexend Deca Light"/>
                <a:ea typeface="Lexend Deca Light"/>
                <a:cs typeface="Lexend Deca Light"/>
                <a:sym typeface="Lexend Deca Light"/>
              </a:rPr>
              <a:t>Crea un plan que contemple posibles giros del entorno:</a:t>
            </a:r>
            <a:br>
              <a:rPr lang="en-US" sz="900">
                <a:solidFill>
                  <a:srgbClr val="33475B"/>
                </a:solidFill>
                <a:latin typeface="Lexend Deca Light"/>
                <a:ea typeface="Lexend Deca Light"/>
                <a:cs typeface="Lexend Deca Light"/>
                <a:sym typeface="Lexend Deca Light"/>
              </a:rPr>
            </a:br>
            <a:r>
              <a:rPr lang="en-US" sz="950" b="1">
                <a:solidFill>
                  <a:schemeClr val="dk2"/>
                </a:solidFill>
                <a:highlight>
                  <a:srgbClr val="FFFFFF"/>
                </a:highlight>
              </a:rPr>
              <a:t>•</a:t>
            </a:r>
            <a:r>
              <a:rPr lang="en-US" sz="1050" b="1">
                <a:solidFill>
                  <a:schemeClr val="dk2"/>
                </a:solidFill>
                <a:highlight>
                  <a:srgbClr val="FFFFFF"/>
                </a:highlight>
              </a:rPr>
              <a:t> </a:t>
            </a:r>
            <a:r>
              <a:rPr lang="en-US" sz="800" b="1">
                <a:solidFill>
                  <a:srgbClr val="33475B"/>
                </a:solidFill>
                <a:latin typeface="Lexend Deca"/>
                <a:ea typeface="Lexend Deca"/>
                <a:cs typeface="Lexend Deca"/>
                <a:sym typeface="Lexend Deca"/>
              </a:rPr>
              <a:t>¿Qué pasa si cambia una ley?</a:t>
            </a:r>
            <a:br>
              <a:rPr lang="en-US" sz="800" b="1">
                <a:solidFill>
                  <a:srgbClr val="33475B"/>
                </a:solidFill>
                <a:latin typeface="Lexend Deca"/>
                <a:ea typeface="Lexend Deca"/>
                <a:cs typeface="Lexend Deca"/>
                <a:sym typeface="Lexend Deca"/>
              </a:rPr>
            </a:br>
            <a:r>
              <a:rPr lang="en-US" sz="950" b="1">
                <a:solidFill>
                  <a:schemeClr val="dk2"/>
                </a:solidFill>
                <a:highlight>
                  <a:srgbClr val="FFFFFF"/>
                </a:highlight>
              </a:rPr>
              <a:t>• </a:t>
            </a:r>
            <a:r>
              <a:rPr lang="en-US" sz="800" b="1">
                <a:solidFill>
                  <a:srgbClr val="33475B"/>
                </a:solidFill>
                <a:latin typeface="Lexend Deca"/>
                <a:ea typeface="Lexend Deca"/>
                <a:cs typeface="Lexend Deca"/>
                <a:sym typeface="Lexend Deca"/>
              </a:rPr>
              <a:t>¿Y si suben los costos logísticos?</a:t>
            </a:r>
            <a:endParaRPr sz="800" b="1">
              <a:solidFill>
                <a:srgbClr val="33475B"/>
              </a:solidFill>
              <a:latin typeface="Lexend Deca"/>
              <a:ea typeface="Lexend Deca"/>
              <a:cs typeface="Lexend Deca"/>
              <a:sym typeface="Lexend Deca"/>
            </a:endParaRPr>
          </a:p>
        </p:txBody>
      </p:sp>
      <p:sp>
        <p:nvSpPr>
          <p:cNvPr id="290" name="Google Shape;290;g36f0094208a_0_214"/>
          <p:cNvSpPr txBox="1"/>
          <p:nvPr/>
        </p:nvSpPr>
        <p:spPr>
          <a:xfrm>
            <a:off x="6924975" y="2401763"/>
            <a:ext cx="1999800" cy="1262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1200"/>
              </a:spcBef>
              <a:spcAft>
                <a:spcPts val="1200"/>
              </a:spcAft>
              <a:buNone/>
            </a:pPr>
            <a:r>
              <a:rPr lang="en-US" sz="900">
                <a:solidFill>
                  <a:srgbClr val="33475B"/>
                </a:solidFill>
                <a:latin typeface="Lexend Deca Light"/>
                <a:ea typeface="Lexend Deca Light"/>
                <a:cs typeface="Lexend Deca Light"/>
                <a:sym typeface="Lexend Deca Light"/>
              </a:rPr>
              <a:t>¿Tu estrategia sigue funcionando o solo estás en piloto automático?</a:t>
            </a:r>
            <a:br>
              <a:rPr lang="en-US" sz="900">
                <a:solidFill>
                  <a:srgbClr val="33475B"/>
                </a:solidFill>
                <a:latin typeface="Lexend Deca Light"/>
                <a:ea typeface="Lexend Deca Light"/>
                <a:cs typeface="Lexend Deca Light"/>
                <a:sym typeface="Lexend Deca Light"/>
              </a:rPr>
            </a:br>
            <a:br>
              <a:rPr lang="en-US" sz="900">
                <a:solidFill>
                  <a:srgbClr val="33475B"/>
                </a:solidFill>
                <a:latin typeface="Lexend Deca Light"/>
                <a:ea typeface="Lexend Deca Light"/>
                <a:cs typeface="Lexend Deca Light"/>
                <a:sym typeface="Lexend Deca Light"/>
              </a:rPr>
            </a:br>
            <a:r>
              <a:rPr lang="en-US" sz="900">
                <a:solidFill>
                  <a:srgbClr val="33475B"/>
                </a:solidFill>
                <a:latin typeface="Lexend Deca Light"/>
                <a:ea typeface="Lexend Deca Light"/>
                <a:cs typeface="Lexend Deca Light"/>
                <a:sym typeface="Lexend Deca Light"/>
              </a:rPr>
              <a:t>Establece revisiones trimestrales o semestrales para:</a:t>
            </a:r>
            <a:br>
              <a:rPr lang="en-US" sz="900">
                <a:solidFill>
                  <a:srgbClr val="33475B"/>
                </a:solidFill>
                <a:latin typeface="Lexend Deca Light"/>
                <a:ea typeface="Lexend Deca Light"/>
                <a:cs typeface="Lexend Deca Light"/>
                <a:sym typeface="Lexend Deca Light"/>
              </a:rPr>
            </a:br>
            <a:r>
              <a:rPr lang="en-US" sz="800" b="1">
                <a:solidFill>
                  <a:schemeClr val="dk2"/>
                </a:solidFill>
                <a:highlight>
                  <a:srgbClr val="FFFFFF"/>
                </a:highlight>
              </a:rPr>
              <a:t>• </a:t>
            </a:r>
            <a:r>
              <a:rPr lang="en-US" sz="800" b="1">
                <a:solidFill>
                  <a:srgbClr val="33475B"/>
                </a:solidFill>
                <a:latin typeface="Lexend Deca"/>
                <a:ea typeface="Lexend Deca"/>
                <a:cs typeface="Lexend Deca"/>
                <a:sym typeface="Lexend Deca"/>
              </a:rPr>
              <a:t>Evaluar qué sigue vigente</a:t>
            </a:r>
            <a:br>
              <a:rPr lang="en-US" sz="800" b="1">
                <a:solidFill>
                  <a:srgbClr val="33475B"/>
                </a:solidFill>
                <a:latin typeface="Lexend Deca"/>
                <a:ea typeface="Lexend Deca"/>
                <a:cs typeface="Lexend Deca"/>
                <a:sym typeface="Lexend Deca"/>
              </a:rPr>
            </a:br>
            <a:r>
              <a:rPr lang="en-US" sz="800" b="1">
                <a:solidFill>
                  <a:schemeClr val="dk2"/>
                </a:solidFill>
                <a:highlight>
                  <a:srgbClr val="FFFFFF"/>
                </a:highlight>
              </a:rPr>
              <a:t>• </a:t>
            </a:r>
            <a:r>
              <a:rPr lang="en-US" sz="800" b="1">
                <a:solidFill>
                  <a:srgbClr val="33475B"/>
                </a:solidFill>
                <a:latin typeface="Lexend Deca"/>
                <a:ea typeface="Lexend Deca"/>
                <a:cs typeface="Lexend Deca"/>
                <a:sym typeface="Lexend Deca"/>
              </a:rPr>
              <a:t>Corregir el rumbo a tiempo</a:t>
            </a:r>
            <a:endParaRPr sz="800" b="1">
              <a:solidFill>
                <a:srgbClr val="33475B"/>
              </a:solidFill>
              <a:latin typeface="Lexend Deca"/>
              <a:ea typeface="Lexend Deca"/>
              <a:cs typeface="Lexend Deca"/>
              <a:sym typeface="Lexend Deca"/>
            </a:endParaRPr>
          </a:p>
        </p:txBody>
      </p:sp>
      <p:pic>
        <p:nvPicPr>
          <p:cNvPr id="291" name="Google Shape;291;g36f0094208a_0_214"/>
          <p:cNvPicPr preferRelativeResize="0"/>
          <p:nvPr/>
        </p:nvPicPr>
        <p:blipFill>
          <a:blip r:embed="rId3">
            <a:alphaModFix/>
          </a:blip>
          <a:stretch>
            <a:fillRect/>
          </a:stretch>
        </p:blipFill>
        <p:spPr>
          <a:xfrm>
            <a:off x="259900" y="3990463"/>
            <a:ext cx="180300" cy="180257"/>
          </a:xfrm>
          <a:prstGeom prst="rect">
            <a:avLst/>
          </a:prstGeom>
          <a:noFill/>
          <a:ln>
            <a:noFill/>
          </a:ln>
        </p:spPr>
      </p:pic>
      <p:pic>
        <p:nvPicPr>
          <p:cNvPr id="292" name="Google Shape;292;g36f0094208a_0_214"/>
          <p:cNvPicPr preferRelativeResize="0"/>
          <p:nvPr/>
        </p:nvPicPr>
        <p:blipFill>
          <a:blip r:embed="rId3">
            <a:alphaModFix/>
          </a:blip>
          <a:stretch>
            <a:fillRect/>
          </a:stretch>
        </p:blipFill>
        <p:spPr>
          <a:xfrm>
            <a:off x="2516125" y="3990463"/>
            <a:ext cx="180300" cy="180257"/>
          </a:xfrm>
          <a:prstGeom prst="rect">
            <a:avLst/>
          </a:prstGeom>
          <a:noFill/>
          <a:ln>
            <a:noFill/>
          </a:ln>
        </p:spPr>
      </p:pic>
      <p:pic>
        <p:nvPicPr>
          <p:cNvPr id="293" name="Google Shape;293;g36f0094208a_0_214"/>
          <p:cNvPicPr preferRelativeResize="0"/>
          <p:nvPr/>
        </p:nvPicPr>
        <p:blipFill>
          <a:blip r:embed="rId3">
            <a:alphaModFix/>
          </a:blip>
          <a:stretch>
            <a:fillRect/>
          </a:stretch>
        </p:blipFill>
        <p:spPr>
          <a:xfrm>
            <a:off x="4772350" y="3990463"/>
            <a:ext cx="180300" cy="180257"/>
          </a:xfrm>
          <a:prstGeom prst="rect">
            <a:avLst/>
          </a:prstGeom>
          <a:noFill/>
          <a:ln>
            <a:noFill/>
          </a:ln>
        </p:spPr>
      </p:pic>
      <p:pic>
        <p:nvPicPr>
          <p:cNvPr id="294" name="Google Shape;294;g36f0094208a_0_214"/>
          <p:cNvPicPr preferRelativeResize="0"/>
          <p:nvPr/>
        </p:nvPicPr>
        <p:blipFill>
          <a:blip r:embed="rId3">
            <a:alphaModFix/>
          </a:blip>
          <a:stretch>
            <a:fillRect/>
          </a:stretch>
        </p:blipFill>
        <p:spPr>
          <a:xfrm>
            <a:off x="6941013" y="3990463"/>
            <a:ext cx="180300" cy="18025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8"/>
        <p:cNvGrpSpPr/>
        <p:nvPr/>
      </p:nvGrpSpPr>
      <p:grpSpPr>
        <a:xfrm>
          <a:off x="0" y="0"/>
          <a:ext cx="0" cy="0"/>
          <a:chOff x="0" y="0"/>
          <a:chExt cx="0" cy="0"/>
        </a:xfrm>
      </p:grpSpPr>
      <p:sp>
        <p:nvSpPr>
          <p:cNvPr id="299" name="Google Shape;299;g36f0094208a_0_237"/>
          <p:cNvSpPr/>
          <p:nvPr/>
        </p:nvSpPr>
        <p:spPr>
          <a:xfrm>
            <a:off x="5192900" y="-44500"/>
            <a:ext cx="4002600" cy="5252100"/>
          </a:xfrm>
          <a:prstGeom prst="rect">
            <a:avLst/>
          </a:prstGeom>
          <a:solidFill>
            <a:srgbClr val="334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0" name="Google Shape;300;g36f0094208a_0_237"/>
          <p:cNvSpPr txBox="1">
            <a:spLocks noGrp="1"/>
          </p:cNvSpPr>
          <p:nvPr>
            <p:ph type="title"/>
          </p:nvPr>
        </p:nvSpPr>
        <p:spPr>
          <a:xfrm>
            <a:off x="389850" y="104800"/>
            <a:ext cx="3599400" cy="677700"/>
          </a:xfrm>
          <a:prstGeom prst="rect">
            <a:avLst/>
          </a:prstGeom>
          <a:noFill/>
          <a:ln>
            <a:noFill/>
          </a:ln>
        </p:spPr>
        <p:txBody>
          <a:bodyPr spcFirstLastPara="1" wrap="square" lIns="113875" tIns="113875" rIns="113875" bIns="113875" anchor="t" anchorCtr="0">
            <a:noAutofit/>
          </a:bodyPr>
          <a:lstStyle/>
          <a:p>
            <a:pPr marL="0" lvl="0" indent="0" algn="l" rtl="0">
              <a:lnSpc>
                <a:spcPct val="100000"/>
              </a:lnSpc>
              <a:spcBef>
                <a:spcPts val="0"/>
              </a:spcBef>
              <a:spcAft>
                <a:spcPts val="0"/>
              </a:spcAft>
              <a:buClr>
                <a:schemeClr val="dk1"/>
              </a:buClr>
              <a:buSzPts val="1370"/>
              <a:buFont typeface="Arial"/>
              <a:buNone/>
            </a:pPr>
            <a:r>
              <a:rPr lang="en-US" sz="1592">
                <a:solidFill>
                  <a:srgbClr val="33475B"/>
                </a:solidFill>
                <a:latin typeface="Lexend Deca SemiBold"/>
                <a:ea typeface="Lexend Deca SemiBold"/>
                <a:cs typeface="Lexend Deca SemiBold"/>
                <a:sym typeface="Lexend Deca SemiBold"/>
              </a:rPr>
              <a:t>Utiliza HubSpot Starter para impulsar tu plan de acción</a:t>
            </a:r>
            <a:endParaRPr sz="1992">
              <a:solidFill>
                <a:srgbClr val="33475B"/>
              </a:solidFill>
              <a:latin typeface="Lexend Deca SemiBold"/>
              <a:ea typeface="Lexend Deca SemiBold"/>
              <a:cs typeface="Lexend Deca SemiBold"/>
              <a:sym typeface="Lexend Deca SemiBold"/>
            </a:endParaRPr>
          </a:p>
        </p:txBody>
      </p:sp>
      <p:sp>
        <p:nvSpPr>
          <p:cNvPr id="301" name="Google Shape;301;g36f0094208a_0_237"/>
          <p:cNvSpPr txBox="1">
            <a:spLocks noGrp="1"/>
          </p:cNvSpPr>
          <p:nvPr>
            <p:ph type="body" idx="1"/>
          </p:nvPr>
        </p:nvSpPr>
        <p:spPr>
          <a:xfrm>
            <a:off x="389850" y="880457"/>
            <a:ext cx="3354900" cy="5608200"/>
          </a:xfrm>
          <a:prstGeom prst="rect">
            <a:avLst/>
          </a:prstGeom>
          <a:noFill/>
          <a:ln>
            <a:noFill/>
          </a:ln>
        </p:spPr>
        <p:txBody>
          <a:bodyPr spcFirstLastPara="1" wrap="square" lIns="113875" tIns="113875" rIns="113875" bIns="113875" anchor="t" anchorCtr="0">
            <a:noAutofit/>
          </a:bodyPr>
          <a:lstStyle/>
          <a:p>
            <a:pPr marL="0" lvl="0" indent="0" algn="l" rtl="0">
              <a:lnSpc>
                <a:spcPct val="115000"/>
              </a:lnSpc>
              <a:spcBef>
                <a:spcPts val="1993"/>
              </a:spcBef>
              <a:spcAft>
                <a:spcPts val="0"/>
              </a:spcAft>
              <a:buSzPts val="1370"/>
              <a:buNone/>
            </a:pPr>
            <a:r>
              <a:rPr lang="en-US" sz="1145" b="1" dirty="0">
                <a:solidFill>
                  <a:srgbClr val="33475B"/>
                </a:solidFill>
                <a:latin typeface="Lexend Deca"/>
                <a:ea typeface="Lexend Deca"/>
                <a:cs typeface="Lexend Deca"/>
                <a:sym typeface="Lexend Deca"/>
              </a:rPr>
              <a:t>El CRM </a:t>
            </a:r>
            <a:r>
              <a:rPr lang="en-US" sz="1145" b="1" dirty="0" err="1">
                <a:solidFill>
                  <a:srgbClr val="33475B"/>
                </a:solidFill>
                <a:latin typeface="Lexend Deca"/>
                <a:ea typeface="Lexend Deca"/>
                <a:cs typeface="Lexend Deca"/>
                <a:sym typeface="Lexend Deca"/>
              </a:rPr>
              <a:t>gratuito</a:t>
            </a:r>
            <a:r>
              <a:rPr lang="en-US" sz="1145" b="1" dirty="0">
                <a:solidFill>
                  <a:srgbClr val="33475B"/>
                </a:solidFill>
                <a:latin typeface="Lexend Deca"/>
                <a:ea typeface="Lexend Deca"/>
                <a:cs typeface="Lexend Deca"/>
                <a:sym typeface="Lexend Deca"/>
              </a:rPr>
              <a:t> de HubSpot</a:t>
            </a:r>
            <a:r>
              <a:rPr lang="en-US" sz="1145" dirty="0">
                <a:solidFill>
                  <a:srgbClr val="33475B"/>
                </a:solidFill>
                <a:latin typeface="Lexend Deca Light"/>
                <a:ea typeface="Lexend Deca Light"/>
                <a:cs typeface="Lexend Deca Light"/>
                <a:sym typeface="Lexend Deca Light"/>
              </a:rPr>
              <a:t> es </a:t>
            </a:r>
            <a:r>
              <a:rPr lang="en-US" sz="1145" dirty="0" err="1">
                <a:solidFill>
                  <a:srgbClr val="33475B"/>
                </a:solidFill>
                <a:latin typeface="Lexend Deca Light"/>
                <a:ea typeface="Lexend Deca Light"/>
                <a:cs typeface="Lexend Deca Light"/>
                <a:sym typeface="Lexend Deca Light"/>
              </a:rPr>
              <a:t>una</a:t>
            </a:r>
            <a:r>
              <a:rPr lang="en-US" sz="1145" dirty="0">
                <a:solidFill>
                  <a:srgbClr val="33475B"/>
                </a:solidFill>
                <a:latin typeface="Lexend Deca Light"/>
                <a:ea typeface="Lexend Deca Light"/>
                <a:cs typeface="Lexend Deca Light"/>
                <a:sym typeface="Lexend Deca Light"/>
              </a:rPr>
              <a:t> gran </a:t>
            </a:r>
            <a:r>
              <a:rPr lang="en-US" sz="1145" dirty="0" err="1">
                <a:solidFill>
                  <a:srgbClr val="33475B"/>
                </a:solidFill>
                <a:latin typeface="Lexend Deca Light"/>
                <a:ea typeface="Lexend Deca Light"/>
                <a:cs typeface="Lexend Deca Light"/>
                <a:sym typeface="Lexend Deca Light"/>
              </a:rPr>
              <a:t>herramienta</a:t>
            </a:r>
            <a:r>
              <a:rPr lang="en-US" sz="1145" dirty="0">
                <a:solidFill>
                  <a:srgbClr val="33475B"/>
                </a:solidFill>
                <a:latin typeface="Lexend Deca Light"/>
                <a:ea typeface="Lexend Deca Light"/>
                <a:cs typeface="Lexend Deca Light"/>
                <a:sym typeface="Lexend Deca Light"/>
              </a:rPr>
              <a:t> para </a:t>
            </a:r>
            <a:r>
              <a:rPr lang="en-US" sz="1145" dirty="0" err="1">
                <a:solidFill>
                  <a:srgbClr val="33475B"/>
                </a:solidFill>
                <a:latin typeface="Lexend Deca Light"/>
                <a:ea typeface="Lexend Deca Light"/>
                <a:cs typeface="Lexend Deca Light"/>
                <a:sym typeface="Lexend Deca Light"/>
              </a:rPr>
              <a:t>ayudar</a:t>
            </a:r>
            <a:r>
              <a:rPr lang="en-US" sz="1145" dirty="0">
                <a:solidFill>
                  <a:srgbClr val="33475B"/>
                </a:solidFill>
                <a:latin typeface="Lexend Deca Light"/>
                <a:ea typeface="Lexend Deca Light"/>
                <a:cs typeface="Lexend Deca Light"/>
                <a:sym typeface="Lexend Deca Light"/>
              </a:rPr>
              <a:t> a </a:t>
            </a:r>
            <a:r>
              <a:rPr lang="en-US" sz="1145" dirty="0" err="1">
                <a:solidFill>
                  <a:srgbClr val="33475B"/>
                </a:solidFill>
                <a:latin typeface="Lexend Deca Light"/>
                <a:ea typeface="Lexend Deca Light"/>
                <a:cs typeface="Lexend Deca Light"/>
                <a:sym typeface="Lexend Deca Light"/>
              </a:rPr>
              <a:t>impulsar</a:t>
            </a:r>
            <a:r>
              <a:rPr lang="en-US" sz="1145" dirty="0">
                <a:solidFill>
                  <a:srgbClr val="33475B"/>
                </a:solidFill>
                <a:latin typeface="Lexend Deca Light"/>
                <a:ea typeface="Lexend Deca Light"/>
                <a:cs typeface="Lexend Deca Light"/>
                <a:sym typeface="Lexend Deca Light"/>
              </a:rPr>
              <a:t> </a:t>
            </a:r>
            <a:r>
              <a:rPr lang="en-US" sz="1145" dirty="0" err="1">
                <a:solidFill>
                  <a:srgbClr val="33475B"/>
                </a:solidFill>
                <a:latin typeface="Lexend Deca Light"/>
                <a:ea typeface="Lexend Deca Light"/>
                <a:cs typeface="Lexend Deca Light"/>
                <a:sym typeface="Lexend Deca Light"/>
              </a:rPr>
              <a:t>tu</a:t>
            </a:r>
            <a:r>
              <a:rPr lang="en-US" sz="1145" dirty="0">
                <a:solidFill>
                  <a:srgbClr val="33475B"/>
                </a:solidFill>
                <a:latin typeface="Lexend Deca Light"/>
                <a:ea typeface="Lexend Deca Light"/>
                <a:cs typeface="Lexend Deca Light"/>
                <a:sym typeface="Lexend Deca Light"/>
              </a:rPr>
              <a:t> </a:t>
            </a:r>
            <a:r>
              <a:rPr lang="en-US" sz="1145" dirty="0" err="1">
                <a:solidFill>
                  <a:srgbClr val="33475B"/>
                </a:solidFill>
                <a:latin typeface="Lexend Deca Light"/>
                <a:ea typeface="Lexend Deca Light"/>
                <a:cs typeface="Lexend Deca Light"/>
                <a:sym typeface="Lexend Deca Light"/>
              </a:rPr>
              <a:t>negocio</a:t>
            </a:r>
            <a:r>
              <a:rPr lang="en-US" sz="1145" dirty="0">
                <a:solidFill>
                  <a:srgbClr val="33475B"/>
                </a:solidFill>
                <a:latin typeface="Lexend Deca Light"/>
                <a:ea typeface="Lexend Deca Light"/>
                <a:cs typeface="Lexend Deca Light"/>
                <a:sym typeface="Lexend Deca Light"/>
              </a:rPr>
              <a:t> </a:t>
            </a:r>
            <a:r>
              <a:rPr lang="en-US" sz="1145" dirty="0" err="1">
                <a:solidFill>
                  <a:srgbClr val="33475B"/>
                </a:solidFill>
                <a:latin typeface="Lexend Deca Light"/>
                <a:ea typeface="Lexend Deca Light"/>
                <a:cs typeface="Lexend Deca Light"/>
                <a:sym typeface="Lexend Deca Light"/>
              </a:rPr>
              <a:t>después</a:t>
            </a:r>
            <a:r>
              <a:rPr lang="en-US" sz="1145" dirty="0">
                <a:solidFill>
                  <a:srgbClr val="33475B"/>
                </a:solidFill>
                <a:latin typeface="Lexend Deca Light"/>
                <a:ea typeface="Lexend Deca Light"/>
                <a:cs typeface="Lexend Deca Light"/>
                <a:sym typeface="Lexend Deca Light"/>
              </a:rPr>
              <a:t> de </a:t>
            </a:r>
            <a:r>
              <a:rPr lang="en-US" sz="1145" dirty="0" err="1">
                <a:solidFill>
                  <a:srgbClr val="33475B"/>
                </a:solidFill>
                <a:latin typeface="Lexend Deca Light"/>
                <a:ea typeface="Lexend Deca Light"/>
                <a:cs typeface="Lexend Deca Light"/>
                <a:sym typeface="Lexend Deca Light"/>
              </a:rPr>
              <a:t>tu</a:t>
            </a:r>
            <a:r>
              <a:rPr lang="en-US" sz="1145" dirty="0">
                <a:solidFill>
                  <a:srgbClr val="33475B"/>
                </a:solidFill>
                <a:latin typeface="Lexend Deca Light"/>
                <a:ea typeface="Lexend Deca Light"/>
                <a:cs typeface="Lexend Deca Light"/>
                <a:sym typeface="Lexend Deca Light"/>
              </a:rPr>
              <a:t> </a:t>
            </a:r>
            <a:r>
              <a:rPr lang="en-US" sz="1145" b="1" dirty="0" err="1">
                <a:solidFill>
                  <a:srgbClr val="33475B"/>
                </a:solidFill>
                <a:latin typeface="Lexend Deca"/>
                <a:ea typeface="Lexend Deca"/>
                <a:cs typeface="Lexend Deca"/>
                <a:sym typeface="Lexend Deca"/>
              </a:rPr>
              <a:t>análisis</a:t>
            </a:r>
            <a:r>
              <a:rPr lang="en-US" sz="1145" b="1" dirty="0">
                <a:solidFill>
                  <a:srgbClr val="33475B"/>
                </a:solidFill>
                <a:latin typeface="Lexend Deca"/>
                <a:ea typeface="Lexend Deca"/>
                <a:cs typeface="Lexend Deca"/>
                <a:sym typeface="Lexend Deca"/>
              </a:rPr>
              <a:t> PESTEL </a:t>
            </a:r>
            <a:r>
              <a:rPr lang="en-US" sz="1145" dirty="0">
                <a:solidFill>
                  <a:srgbClr val="33475B"/>
                </a:solidFill>
                <a:latin typeface="Lexend Deca Light"/>
                <a:ea typeface="Lexend Deca Light"/>
                <a:cs typeface="Lexend Deca Light"/>
                <a:sym typeface="Lexend Deca Light"/>
              </a:rPr>
              <a:t>gracias a </a:t>
            </a:r>
            <a:r>
              <a:rPr lang="en-US" sz="1145" dirty="0" err="1">
                <a:solidFill>
                  <a:srgbClr val="33475B"/>
                </a:solidFill>
                <a:latin typeface="Lexend Deca Light"/>
                <a:ea typeface="Lexend Deca Light"/>
                <a:cs typeface="Lexend Deca Light"/>
                <a:sym typeface="Lexend Deca Light"/>
              </a:rPr>
              <a:t>funcionalidades</a:t>
            </a:r>
            <a:r>
              <a:rPr lang="en-US" sz="1145" dirty="0">
                <a:solidFill>
                  <a:srgbClr val="33475B"/>
                </a:solidFill>
                <a:latin typeface="Lexend Deca Light"/>
                <a:ea typeface="Lexend Deca Light"/>
                <a:cs typeface="Lexend Deca Light"/>
                <a:sym typeface="Lexend Deca Light"/>
              </a:rPr>
              <a:t> </a:t>
            </a:r>
            <a:r>
              <a:rPr lang="en-US" sz="1145" dirty="0" err="1">
                <a:solidFill>
                  <a:srgbClr val="33475B"/>
                </a:solidFill>
                <a:latin typeface="Lexend Deca Light"/>
                <a:ea typeface="Lexend Deca Light"/>
                <a:cs typeface="Lexend Deca Light"/>
                <a:sym typeface="Lexend Deca Light"/>
              </a:rPr>
              <a:t>como</a:t>
            </a:r>
            <a:r>
              <a:rPr lang="en-US" sz="1145" dirty="0">
                <a:solidFill>
                  <a:srgbClr val="33475B"/>
                </a:solidFill>
                <a:latin typeface="Lexend Deca Light"/>
                <a:ea typeface="Lexend Deca Light"/>
                <a:cs typeface="Lexend Deca Light"/>
                <a:sym typeface="Lexend Deca Light"/>
              </a:rPr>
              <a:t>:</a:t>
            </a:r>
            <a:endParaRPr sz="1145" dirty="0">
              <a:solidFill>
                <a:srgbClr val="33475B"/>
              </a:solidFill>
              <a:latin typeface="Lexend Deca Light"/>
              <a:ea typeface="Lexend Deca Light"/>
              <a:cs typeface="Lexend Deca Light"/>
              <a:sym typeface="Lexend Deca Light"/>
            </a:endParaRPr>
          </a:p>
          <a:p>
            <a:pPr marL="457200" lvl="0" indent="-292100" algn="l" rtl="0">
              <a:lnSpc>
                <a:spcPct val="115000"/>
              </a:lnSpc>
              <a:spcBef>
                <a:spcPts val="1993"/>
              </a:spcBef>
              <a:spcAft>
                <a:spcPts val="0"/>
              </a:spcAft>
              <a:buClr>
                <a:srgbClr val="33475B"/>
              </a:buClr>
              <a:buSzPts val="1000"/>
              <a:buFont typeface="Lexend Deca Light"/>
              <a:buChar char="●"/>
            </a:pPr>
            <a:r>
              <a:rPr lang="en-US" sz="1000" dirty="0" err="1">
                <a:solidFill>
                  <a:srgbClr val="33475B"/>
                </a:solidFill>
                <a:latin typeface="Lexend Deca Light"/>
                <a:ea typeface="Lexend Deca Light"/>
                <a:cs typeface="Lexend Deca Light"/>
                <a:sym typeface="Lexend Deca Light"/>
              </a:rPr>
              <a:t>Segmentación</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inteligente</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crea</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listas</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dinámicas</a:t>
            </a:r>
            <a:r>
              <a:rPr lang="en-US" sz="1000" dirty="0">
                <a:solidFill>
                  <a:srgbClr val="33475B"/>
                </a:solidFill>
                <a:latin typeface="Lexend Deca Light"/>
                <a:ea typeface="Lexend Deca Light"/>
                <a:cs typeface="Lexend Deca Light"/>
                <a:sym typeface="Lexend Deca Light"/>
              </a:rPr>
              <a:t> para responder a </a:t>
            </a:r>
            <a:r>
              <a:rPr lang="en-US" sz="1000" dirty="0" err="1">
                <a:solidFill>
                  <a:srgbClr val="33475B"/>
                </a:solidFill>
                <a:latin typeface="Lexend Deca Light"/>
                <a:ea typeface="Lexend Deca Light"/>
                <a:cs typeface="Lexend Deca Light"/>
                <a:sym typeface="Lexend Deca Light"/>
              </a:rPr>
              <a:t>cambios</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en</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el</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entorno</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ej</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clientes</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sensibles</a:t>
            </a:r>
            <a:r>
              <a:rPr lang="en-US" sz="1000" dirty="0">
                <a:solidFill>
                  <a:srgbClr val="33475B"/>
                </a:solidFill>
                <a:latin typeface="Lexend Deca Light"/>
                <a:ea typeface="Lexend Deca Light"/>
                <a:cs typeface="Lexend Deca Light"/>
                <a:sym typeface="Lexend Deca Light"/>
              </a:rPr>
              <a:t> al </a:t>
            </a:r>
            <a:r>
              <a:rPr lang="en-US" sz="1000" dirty="0" err="1">
                <a:solidFill>
                  <a:srgbClr val="33475B"/>
                </a:solidFill>
                <a:latin typeface="Lexend Deca Light"/>
                <a:ea typeface="Lexend Deca Light"/>
                <a:cs typeface="Lexend Deca Light"/>
                <a:sym typeface="Lexend Deca Light"/>
              </a:rPr>
              <a:t>precio</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en</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contextos</a:t>
            </a:r>
            <a:r>
              <a:rPr lang="en-US" sz="1000" dirty="0">
                <a:solidFill>
                  <a:srgbClr val="33475B"/>
                </a:solidFill>
                <a:latin typeface="Lexend Deca Light"/>
                <a:ea typeface="Lexend Deca Light"/>
                <a:cs typeface="Lexend Deca Light"/>
                <a:sym typeface="Lexend Deca Light"/>
              </a:rPr>
              <a:t> de </a:t>
            </a:r>
            <a:r>
              <a:rPr lang="en-US" sz="1000" dirty="0" err="1">
                <a:solidFill>
                  <a:srgbClr val="33475B"/>
                </a:solidFill>
                <a:latin typeface="Lexend Deca Light"/>
                <a:ea typeface="Lexend Deca Light"/>
                <a:cs typeface="Lexend Deca Light"/>
                <a:sym typeface="Lexend Deca Light"/>
              </a:rPr>
              <a:t>inflación</a:t>
            </a:r>
            <a:r>
              <a:rPr lang="en-US" sz="1000" dirty="0">
                <a:solidFill>
                  <a:srgbClr val="33475B"/>
                </a:solidFill>
                <a:latin typeface="Lexend Deca Light"/>
                <a:ea typeface="Lexend Deca Light"/>
                <a:cs typeface="Lexend Deca Light"/>
                <a:sym typeface="Lexend Deca Light"/>
              </a:rPr>
              <a:t>).</a:t>
            </a:r>
            <a:br>
              <a:rPr lang="en-US" sz="1000" dirty="0">
                <a:solidFill>
                  <a:srgbClr val="33475B"/>
                </a:solidFill>
                <a:latin typeface="Lexend Deca Light"/>
                <a:ea typeface="Lexend Deca Light"/>
                <a:cs typeface="Lexend Deca Light"/>
                <a:sym typeface="Lexend Deca Light"/>
              </a:rPr>
            </a:br>
            <a:endParaRPr sz="1000" dirty="0">
              <a:solidFill>
                <a:srgbClr val="33475B"/>
              </a:solidFill>
              <a:latin typeface="Lexend Deca Light"/>
              <a:ea typeface="Lexend Deca Light"/>
              <a:cs typeface="Lexend Deca Light"/>
              <a:sym typeface="Lexend Deca Light"/>
            </a:endParaRPr>
          </a:p>
          <a:p>
            <a:pPr marL="457200" lvl="0" indent="-292100" algn="l" rtl="0">
              <a:lnSpc>
                <a:spcPct val="115000"/>
              </a:lnSpc>
              <a:spcBef>
                <a:spcPts val="0"/>
              </a:spcBef>
              <a:spcAft>
                <a:spcPts val="0"/>
              </a:spcAft>
              <a:buClr>
                <a:srgbClr val="33475B"/>
              </a:buClr>
              <a:buSzPts val="1000"/>
              <a:buFont typeface="Lexend Deca Light"/>
              <a:buChar char="●"/>
            </a:pPr>
            <a:r>
              <a:rPr lang="en-US" sz="1000" dirty="0" err="1">
                <a:solidFill>
                  <a:srgbClr val="33475B"/>
                </a:solidFill>
                <a:latin typeface="Lexend Deca Light"/>
                <a:ea typeface="Lexend Deca Light"/>
                <a:cs typeface="Lexend Deca Light"/>
                <a:sym typeface="Lexend Deca Light"/>
              </a:rPr>
              <a:t>Automatización</a:t>
            </a:r>
            <a:r>
              <a:rPr lang="en-US" sz="1000" dirty="0">
                <a:solidFill>
                  <a:srgbClr val="33475B"/>
                </a:solidFill>
                <a:latin typeface="Lexend Deca Light"/>
                <a:ea typeface="Lexend Deca Light"/>
                <a:cs typeface="Lexend Deca Light"/>
                <a:sym typeface="Lexend Deca Light"/>
              </a:rPr>
              <a:t> de emails: </a:t>
            </a:r>
            <a:r>
              <a:rPr lang="en-US" sz="1000" dirty="0" err="1">
                <a:solidFill>
                  <a:srgbClr val="33475B"/>
                </a:solidFill>
                <a:latin typeface="Lexend Deca Light"/>
                <a:ea typeface="Lexend Deca Light"/>
                <a:cs typeface="Lexend Deca Light"/>
                <a:sym typeface="Lexend Deca Light"/>
              </a:rPr>
              <a:t>ajusta</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tu</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comunicación</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según</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tendencias</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sociales</a:t>
            </a:r>
            <a:r>
              <a:rPr lang="en-US" sz="1000" dirty="0">
                <a:solidFill>
                  <a:srgbClr val="33475B"/>
                </a:solidFill>
                <a:latin typeface="Lexend Deca Light"/>
                <a:ea typeface="Lexend Deca Light"/>
                <a:cs typeface="Lexend Deca Light"/>
                <a:sym typeface="Lexend Deca Light"/>
              </a:rPr>
              <a:t> o </a:t>
            </a:r>
            <a:r>
              <a:rPr lang="en-US" sz="1000" dirty="0" err="1">
                <a:solidFill>
                  <a:srgbClr val="33475B"/>
                </a:solidFill>
                <a:latin typeface="Lexend Deca Light"/>
                <a:ea typeface="Lexend Deca Light"/>
                <a:cs typeface="Lexend Deca Light"/>
                <a:sym typeface="Lexend Deca Light"/>
              </a:rPr>
              <a:t>tecnológicas</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detectadas</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en</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tu</a:t>
            </a:r>
            <a:r>
              <a:rPr lang="en-US" sz="1000" dirty="0">
                <a:solidFill>
                  <a:srgbClr val="33475B"/>
                </a:solidFill>
                <a:latin typeface="Lexend Deca Light"/>
                <a:ea typeface="Lexend Deca Light"/>
                <a:cs typeface="Lexend Deca Light"/>
                <a:sym typeface="Lexend Deca Light"/>
              </a:rPr>
              <a:t> PESTEL.</a:t>
            </a:r>
            <a:br>
              <a:rPr lang="en-US" sz="1000" dirty="0">
                <a:solidFill>
                  <a:srgbClr val="33475B"/>
                </a:solidFill>
                <a:latin typeface="Lexend Deca Light"/>
                <a:ea typeface="Lexend Deca Light"/>
                <a:cs typeface="Lexend Deca Light"/>
                <a:sym typeface="Lexend Deca Light"/>
              </a:rPr>
            </a:br>
            <a:endParaRPr sz="1000" dirty="0">
              <a:solidFill>
                <a:srgbClr val="33475B"/>
              </a:solidFill>
              <a:latin typeface="Lexend Deca Light"/>
              <a:ea typeface="Lexend Deca Light"/>
              <a:cs typeface="Lexend Deca Light"/>
              <a:sym typeface="Lexend Deca Light"/>
            </a:endParaRPr>
          </a:p>
          <a:p>
            <a:pPr marL="457200" lvl="0" indent="-292100" algn="l" rtl="0">
              <a:lnSpc>
                <a:spcPct val="115000"/>
              </a:lnSpc>
              <a:spcBef>
                <a:spcPts val="0"/>
              </a:spcBef>
              <a:spcAft>
                <a:spcPts val="0"/>
              </a:spcAft>
              <a:buClr>
                <a:srgbClr val="33475B"/>
              </a:buClr>
              <a:buSzPts val="1000"/>
              <a:buFont typeface="Lexend Deca Light"/>
              <a:buChar char="●"/>
            </a:pPr>
            <a:r>
              <a:rPr lang="en-US" sz="1000" dirty="0">
                <a:solidFill>
                  <a:srgbClr val="33475B"/>
                </a:solidFill>
                <a:latin typeface="Lexend Deca Light"/>
                <a:ea typeface="Lexend Deca Light"/>
                <a:cs typeface="Lexend Deca Light"/>
                <a:sym typeface="Lexend Deca Light"/>
              </a:rPr>
              <a:t>Landing pages y </a:t>
            </a:r>
            <a:r>
              <a:rPr lang="en-US" sz="1000" dirty="0" err="1">
                <a:solidFill>
                  <a:srgbClr val="33475B"/>
                </a:solidFill>
                <a:latin typeface="Lexend Deca Light"/>
                <a:ea typeface="Lexend Deca Light"/>
                <a:cs typeface="Lexend Deca Light"/>
                <a:sym typeface="Lexend Deca Light"/>
              </a:rPr>
              <a:t>formularios</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convierte</a:t>
            </a:r>
            <a:r>
              <a:rPr lang="en-US" sz="1000" dirty="0">
                <a:solidFill>
                  <a:srgbClr val="33475B"/>
                </a:solidFill>
                <a:latin typeface="Lexend Deca Light"/>
                <a:ea typeface="Lexend Deca Light"/>
                <a:cs typeface="Lexend Deca Light"/>
                <a:sym typeface="Lexend Deca Light"/>
              </a:rPr>
              <a:t> insights del </a:t>
            </a:r>
            <a:r>
              <a:rPr lang="en-US" sz="1000" dirty="0" err="1">
                <a:solidFill>
                  <a:srgbClr val="33475B"/>
                </a:solidFill>
                <a:latin typeface="Lexend Deca Light"/>
                <a:ea typeface="Lexend Deca Light"/>
                <a:cs typeface="Lexend Deca Light"/>
                <a:sym typeface="Lexend Deca Light"/>
              </a:rPr>
              <a:t>entorno</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en</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campañas</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adaptadas</a:t>
            </a:r>
            <a:r>
              <a:rPr lang="en-US" sz="1000" dirty="0">
                <a:solidFill>
                  <a:srgbClr val="33475B"/>
                </a:solidFill>
                <a:latin typeface="Lexend Deca Light"/>
                <a:ea typeface="Lexend Deca Light"/>
                <a:cs typeface="Lexend Deca Light"/>
                <a:sym typeface="Lexend Deca Light"/>
              </a:rPr>
              <a:t> a las </a:t>
            </a:r>
            <a:r>
              <a:rPr lang="en-US" sz="1000" dirty="0" err="1">
                <a:solidFill>
                  <a:srgbClr val="33475B"/>
                </a:solidFill>
                <a:latin typeface="Lexend Deca Light"/>
                <a:ea typeface="Lexend Deca Light"/>
                <a:cs typeface="Lexend Deca Light"/>
                <a:sym typeface="Lexend Deca Light"/>
              </a:rPr>
              <a:t>oportunidades</a:t>
            </a:r>
            <a:r>
              <a:rPr lang="en-US" sz="1000" dirty="0">
                <a:solidFill>
                  <a:srgbClr val="33475B"/>
                </a:solidFill>
                <a:latin typeface="Lexend Deca Light"/>
                <a:ea typeface="Lexend Deca Light"/>
                <a:cs typeface="Lexend Deca Light"/>
                <a:sym typeface="Lexend Deca Light"/>
              </a:rPr>
              <a:t> </a:t>
            </a:r>
            <a:r>
              <a:rPr lang="en-US" sz="1000" dirty="0" err="1">
                <a:solidFill>
                  <a:srgbClr val="33475B"/>
                </a:solidFill>
                <a:latin typeface="Lexend Deca Light"/>
                <a:ea typeface="Lexend Deca Light"/>
                <a:cs typeface="Lexend Deca Light"/>
                <a:sym typeface="Lexend Deca Light"/>
              </a:rPr>
              <a:t>detectadas</a:t>
            </a:r>
            <a:r>
              <a:rPr lang="en-US" sz="1000" dirty="0">
                <a:solidFill>
                  <a:srgbClr val="33475B"/>
                </a:solidFill>
                <a:latin typeface="Lexend Deca Light"/>
                <a:ea typeface="Lexend Deca Light"/>
                <a:cs typeface="Lexend Deca Light"/>
                <a:sym typeface="Lexend Deca Light"/>
              </a:rPr>
              <a:t>.</a:t>
            </a:r>
            <a:endParaRPr sz="1000" dirty="0">
              <a:solidFill>
                <a:srgbClr val="33475B"/>
              </a:solidFill>
              <a:latin typeface="Lexend Deca Light"/>
              <a:ea typeface="Lexend Deca Light"/>
              <a:cs typeface="Lexend Deca Light"/>
              <a:sym typeface="Lexend Deca Light"/>
            </a:endParaRPr>
          </a:p>
          <a:p>
            <a:pPr marL="0" lvl="0" indent="0" algn="l" rtl="0">
              <a:lnSpc>
                <a:spcPct val="115000"/>
              </a:lnSpc>
              <a:spcBef>
                <a:spcPts val="1993"/>
              </a:spcBef>
              <a:spcAft>
                <a:spcPts val="0"/>
              </a:spcAft>
              <a:buSzPts val="1370"/>
              <a:buNone/>
            </a:pPr>
            <a:endParaRPr sz="1245" dirty="0">
              <a:solidFill>
                <a:srgbClr val="33475B"/>
              </a:solidFill>
              <a:latin typeface="Lexend Deca Light"/>
              <a:ea typeface="Lexend Deca Light"/>
              <a:cs typeface="Lexend Deca Light"/>
              <a:sym typeface="Lexend Deca Light"/>
            </a:endParaRPr>
          </a:p>
        </p:txBody>
      </p:sp>
      <p:grpSp>
        <p:nvGrpSpPr>
          <p:cNvPr id="302" name="Google Shape;302;g36f0094208a_0_237"/>
          <p:cNvGrpSpPr/>
          <p:nvPr/>
        </p:nvGrpSpPr>
        <p:grpSpPr>
          <a:xfrm>
            <a:off x="701797" y="4400534"/>
            <a:ext cx="2731008" cy="510780"/>
            <a:chOff x="1496050" y="3830800"/>
            <a:chExt cx="2192700" cy="410100"/>
          </a:xfrm>
        </p:grpSpPr>
        <p:sp>
          <p:nvSpPr>
            <p:cNvPr id="303" name="Google Shape;303;g36f0094208a_0_237"/>
            <p:cNvSpPr/>
            <p:nvPr/>
          </p:nvSpPr>
          <p:spPr>
            <a:xfrm>
              <a:off x="1496050" y="3830800"/>
              <a:ext cx="2192700" cy="410100"/>
            </a:xfrm>
            <a:prstGeom prst="roundRect">
              <a:avLst>
                <a:gd name="adj" fmla="val 18471"/>
              </a:avLst>
            </a:prstGeom>
            <a:solidFill>
              <a:srgbClr val="FF6E4F"/>
            </a:solidFill>
            <a:ln>
              <a:noFill/>
            </a:ln>
          </p:spPr>
          <p:txBody>
            <a:bodyPr spcFirstLastPara="1" wrap="square" lIns="113875" tIns="113875" rIns="113875" bIns="113875" anchor="ctr" anchorCtr="0">
              <a:noAutofit/>
            </a:bodyPr>
            <a:lstStyle/>
            <a:p>
              <a:pPr marL="0" marR="0" lvl="0" indent="0" algn="ctr" rtl="0">
                <a:lnSpc>
                  <a:spcPct val="100000"/>
                </a:lnSpc>
                <a:spcBef>
                  <a:spcPts val="0"/>
                </a:spcBef>
                <a:spcAft>
                  <a:spcPts val="0"/>
                </a:spcAft>
                <a:buClr>
                  <a:srgbClr val="000000"/>
                </a:buClr>
                <a:buSzPts val="1744"/>
                <a:buFont typeface="Arial"/>
                <a:buNone/>
              </a:pPr>
              <a:endParaRPr sz="1743" b="0" i="0" u="none" strike="noStrike" cap="none">
                <a:solidFill>
                  <a:srgbClr val="000000"/>
                </a:solidFill>
                <a:latin typeface="Arial"/>
                <a:ea typeface="Arial"/>
                <a:cs typeface="Arial"/>
                <a:sym typeface="Arial"/>
              </a:endParaRPr>
            </a:p>
          </p:txBody>
        </p:sp>
        <p:sp>
          <p:nvSpPr>
            <p:cNvPr id="304" name="Google Shape;304;g36f0094208a_0_237"/>
            <p:cNvSpPr txBox="1"/>
            <p:nvPr/>
          </p:nvSpPr>
          <p:spPr>
            <a:xfrm>
              <a:off x="1527550" y="3912700"/>
              <a:ext cx="2129700" cy="246300"/>
            </a:xfrm>
            <a:prstGeom prst="rect">
              <a:avLst/>
            </a:prstGeom>
            <a:solidFill>
              <a:srgbClr val="FF6E4F"/>
            </a:solidFill>
            <a:ln>
              <a:noFill/>
            </a:ln>
          </p:spPr>
          <p:txBody>
            <a:bodyPr spcFirstLastPara="1" wrap="square" lIns="113875" tIns="56925" rIns="113875" bIns="56925" anchor="t" anchorCtr="0">
              <a:spAutoFit/>
            </a:bodyPr>
            <a:lstStyle/>
            <a:p>
              <a:pPr marL="0" marR="0" lvl="0" indent="0" algn="l" rtl="0">
                <a:lnSpc>
                  <a:spcPct val="100000"/>
                </a:lnSpc>
                <a:spcBef>
                  <a:spcPts val="0"/>
                </a:spcBef>
                <a:spcAft>
                  <a:spcPts val="0"/>
                </a:spcAft>
                <a:buClr>
                  <a:srgbClr val="000000"/>
                </a:buClr>
                <a:buSzPts val="1744"/>
                <a:buFont typeface="Arial"/>
                <a:buNone/>
              </a:pPr>
              <a:r>
                <a:rPr lang="en-US" sz="1245" b="0" i="0" u="sng" strike="noStrike" cap="none">
                  <a:solidFill>
                    <a:schemeClr val="lt1"/>
                  </a:solidFill>
                  <a:latin typeface="Lexend Deca"/>
                  <a:ea typeface="Lexend Deca"/>
                  <a:cs typeface="Lexend Deca"/>
                  <a:sym typeface="Lexend Deca"/>
                  <a:hlinkClick r:id="rId3">
                    <a:extLst>
                      <a:ext uri="{A12FA001-AC4F-418D-AE19-62706E023703}">
                        <ahyp:hlinkClr xmlns:ahyp="http://schemas.microsoft.com/office/drawing/2018/hyperlinkcolor" val="tx"/>
                      </a:ext>
                    </a:extLst>
                  </a:hlinkClick>
                </a:rPr>
                <a:t>Empieza a usar HubSpot ahora</a:t>
              </a:r>
              <a:endParaRPr sz="1245" b="0" i="0" u="none" strike="noStrike" cap="none">
                <a:solidFill>
                  <a:schemeClr val="lt1"/>
                </a:solidFill>
                <a:latin typeface="Lexend Deca"/>
                <a:ea typeface="Lexend Deca"/>
                <a:cs typeface="Lexend Deca"/>
                <a:sym typeface="Lexend Deca"/>
              </a:endParaRPr>
            </a:p>
          </p:txBody>
        </p:sp>
      </p:grpSp>
      <p:sp>
        <p:nvSpPr>
          <p:cNvPr id="305" name="Google Shape;305;g36f0094208a_0_237"/>
          <p:cNvSpPr/>
          <p:nvPr/>
        </p:nvSpPr>
        <p:spPr>
          <a:xfrm>
            <a:off x="5845116" y="1303592"/>
            <a:ext cx="2548500" cy="600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981"/>
              <a:buFont typeface="Arial"/>
              <a:buNone/>
            </a:pPr>
            <a:r>
              <a:rPr lang="en-US" sz="1317">
                <a:solidFill>
                  <a:schemeClr val="lt1"/>
                </a:solidFill>
                <a:latin typeface="Lexend Deca"/>
                <a:ea typeface="Lexend Deca"/>
                <a:cs typeface="Lexend Deca"/>
                <a:sym typeface="Lexend Deca"/>
              </a:rPr>
              <a:t>Convierte factores PESTEL en segmentos dinámicos para campañas personalizadas.</a:t>
            </a:r>
            <a:endParaRPr sz="1317">
              <a:solidFill>
                <a:schemeClr val="lt1"/>
              </a:solidFill>
              <a:latin typeface="Lexend Deca"/>
              <a:ea typeface="Lexend Deca"/>
              <a:cs typeface="Lexend Deca"/>
              <a:sym typeface="Lexend Deca"/>
            </a:endParaRPr>
          </a:p>
        </p:txBody>
      </p:sp>
      <p:sp>
        <p:nvSpPr>
          <p:cNvPr id="306" name="Google Shape;306;g36f0094208a_0_237"/>
          <p:cNvSpPr/>
          <p:nvPr/>
        </p:nvSpPr>
        <p:spPr>
          <a:xfrm>
            <a:off x="5845116" y="3021219"/>
            <a:ext cx="2783400" cy="600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5555"/>
              </a:buClr>
              <a:buSzPts val="1318"/>
              <a:buFont typeface="Noto Sans"/>
              <a:buNone/>
            </a:pPr>
            <a:r>
              <a:rPr lang="en-US" sz="1317">
                <a:solidFill>
                  <a:schemeClr val="lt1"/>
                </a:solidFill>
                <a:latin typeface="Lexend Deca"/>
                <a:ea typeface="Lexend Deca"/>
                <a:cs typeface="Lexend Deca"/>
                <a:sym typeface="Lexend Deca"/>
              </a:rPr>
              <a:t>Activa workflows en HubSpot que respondan a riesgos y oportunidades detectadas.</a:t>
            </a:r>
            <a:endParaRPr sz="1317" i="0" u="none" strike="noStrike" cap="none">
              <a:solidFill>
                <a:schemeClr val="lt1"/>
              </a:solidFill>
              <a:latin typeface="Lexend Deca"/>
              <a:ea typeface="Lexend Deca"/>
              <a:cs typeface="Lexend Deca"/>
              <a:sym typeface="Lexend Deca"/>
            </a:endParaRPr>
          </a:p>
        </p:txBody>
      </p:sp>
      <p:sp>
        <p:nvSpPr>
          <p:cNvPr id="307" name="Google Shape;307;g36f0094208a_0_237"/>
          <p:cNvSpPr/>
          <p:nvPr/>
        </p:nvSpPr>
        <p:spPr>
          <a:xfrm>
            <a:off x="5845116" y="2162406"/>
            <a:ext cx="2783400" cy="600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981"/>
              <a:buFont typeface="Arial"/>
              <a:buNone/>
            </a:pPr>
            <a:r>
              <a:rPr lang="en-US" sz="1317">
                <a:solidFill>
                  <a:schemeClr val="lt1"/>
                </a:solidFill>
                <a:latin typeface="Lexend Deca"/>
                <a:ea typeface="Lexend Deca"/>
                <a:cs typeface="Lexend Deca"/>
                <a:sym typeface="Lexend Deca"/>
              </a:rPr>
              <a:t>Asigna recursos a puntos de cumplimiento normativo o riesgos inmediatos.</a:t>
            </a:r>
            <a:endParaRPr sz="1317">
              <a:solidFill>
                <a:schemeClr val="lt1"/>
              </a:solidFill>
              <a:latin typeface="Lexend Deca"/>
              <a:ea typeface="Lexend Deca"/>
              <a:cs typeface="Lexend Deca"/>
              <a:sym typeface="Lexend Deca"/>
            </a:endParaRPr>
          </a:p>
        </p:txBody>
      </p:sp>
      <p:pic>
        <p:nvPicPr>
          <p:cNvPr id="308" name="Google Shape;308;g36f0094208a_0_237"/>
          <p:cNvPicPr preferRelativeResize="0"/>
          <p:nvPr/>
        </p:nvPicPr>
        <p:blipFill>
          <a:blip r:embed="rId4">
            <a:alphaModFix/>
          </a:blip>
          <a:stretch>
            <a:fillRect/>
          </a:stretch>
        </p:blipFill>
        <p:spPr>
          <a:xfrm>
            <a:off x="5472064" y="1346690"/>
            <a:ext cx="244170" cy="244141"/>
          </a:xfrm>
          <a:prstGeom prst="rect">
            <a:avLst/>
          </a:prstGeom>
          <a:noFill/>
          <a:ln>
            <a:noFill/>
          </a:ln>
        </p:spPr>
      </p:pic>
      <p:pic>
        <p:nvPicPr>
          <p:cNvPr id="309" name="Google Shape;309;g36f0094208a_0_237"/>
          <p:cNvPicPr preferRelativeResize="0"/>
          <p:nvPr/>
        </p:nvPicPr>
        <p:blipFill>
          <a:blip r:embed="rId4">
            <a:alphaModFix/>
          </a:blip>
          <a:stretch>
            <a:fillRect/>
          </a:stretch>
        </p:blipFill>
        <p:spPr>
          <a:xfrm>
            <a:off x="5472064" y="2205504"/>
            <a:ext cx="244170" cy="244141"/>
          </a:xfrm>
          <a:prstGeom prst="rect">
            <a:avLst/>
          </a:prstGeom>
          <a:noFill/>
          <a:ln>
            <a:noFill/>
          </a:ln>
        </p:spPr>
      </p:pic>
      <p:pic>
        <p:nvPicPr>
          <p:cNvPr id="310" name="Google Shape;310;g36f0094208a_0_237"/>
          <p:cNvPicPr preferRelativeResize="0"/>
          <p:nvPr/>
        </p:nvPicPr>
        <p:blipFill>
          <a:blip r:embed="rId4">
            <a:alphaModFix/>
          </a:blip>
          <a:stretch>
            <a:fillRect/>
          </a:stretch>
        </p:blipFill>
        <p:spPr>
          <a:xfrm>
            <a:off x="5472064" y="3088167"/>
            <a:ext cx="244170" cy="244141"/>
          </a:xfrm>
          <a:prstGeom prst="rect">
            <a:avLst/>
          </a:prstGeom>
          <a:noFill/>
          <a:ln>
            <a:noFill/>
          </a:ln>
        </p:spPr>
      </p:pic>
      <p:sp>
        <p:nvSpPr>
          <p:cNvPr id="311" name="Google Shape;311;g36f0094208a_0_237"/>
          <p:cNvSpPr/>
          <p:nvPr/>
        </p:nvSpPr>
        <p:spPr>
          <a:xfrm>
            <a:off x="5418500" y="533921"/>
            <a:ext cx="2315700" cy="600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39C12"/>
              </a:buClr>
              <a:buSzPts val="1696"/>
              <a:buFont typeface="Noto Sans"/>
              <a:buNone/>
            </a:pPr>
            <a:r>
              <a:rPr lang="en-US" sz="2056" b="1" i="0" u="none" strike="noStrike" cap="none">
                <a:solidFill>
                  <a:schemeClr val="lt1"/>
                </a:solidFill>
                <a:latin typeface="Lexend Deca"/>
                <a:ea typeface="Lexend Deca"/>
                <a:cs typeface="Lexend Deca"/>
                <a:sym typeface="Lexend Deca"/>
              </a:rPr>
              <a:t>Consejos de uso:</a:t>
            </a:r>
            <a:endParaRPr sz="2056" i="0" u="none" strike="noStrike" cap="none">
              <a:solidFill>
                <a:schemeClr val="lt1"/>
              </a:solidFill>
              <a:latin typeface="Lexend Deca"/>
              <a:ea typeface="Lexend Deca"/>
              <a:cs typeface="Lexend Deca"/>
              <a:sym typeface="Lexend Deca"/>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1273</Words>
  <Application>Microsoft Office PowerPoint</Application>
  <PresentationFormat>Presentación en pantalla (16:9)</PresentationFormat>
  <Paragraphs>176</Paragraphs>
  <Slides>9</Slides>
  <Notes>9</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9</vt:i4>
      </vt:variant>
    </vt:vector>
  </HeadingPairs>
  <TitlesOfParts>
    <vt:vector size="16" baseType="lpstr">
      <vt:lpstr>Lexend Deca Light</vt:lpstr>
      <vt:lpstr>Lexend Deca</vt:lpstr>
      <vt:lpstr>Noto Sans</vt:lpstr>
      <vt:lpstr>Calibri</vt:lpstr>
      <vt:lpstr>Arial</vt:lpstr>
      <vt:lpstr>Lexend Deca SemiBold</vt:lpstr>
      <vt:lpstr>Office Theme</vt:lpstr>
      <vt:lpstr>Plantilla de análisis PESTEL</vt:lpstr>
      <vt:lpstr>Tabla de contenidos</vt:lpstr>
      <vt:lpstr>Introducción </vt:lpstr>
      <vt:lpstr>Presentación de PowerPoint</vt:lpstr>
      <vt:lpstr>Presentación de PowerPoint</vt:lpstr>
      <vt:lpstr>Presentación de PowerPoint</vt:lpstr>
      <vt:lpstr>Transforma tu análisis PESTEL en una estrategia accionable  </vt:lpstr>
      <vt:lpstr>Transforma tu análisis PESTEL en una estrategia accionable</vt:lpstr>
      <vt:lpstr>Utiliza HubSpot Starter para impulsar tu plan de acción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Pilar Valenzuela</cp:lastModifiedBy>
  <cp:revision>1</cp:revision>
  <dcterms:created xsi:type="dcterms:W3CDTF">2025-07-14T23:05:32Z</dcterms:created>
  <dcterms:modified xsi:type="dcterms:W3CDTF">2025-11-10T20:32:30Z</dcterms:modified>
</cp:coreProperties>
</file>