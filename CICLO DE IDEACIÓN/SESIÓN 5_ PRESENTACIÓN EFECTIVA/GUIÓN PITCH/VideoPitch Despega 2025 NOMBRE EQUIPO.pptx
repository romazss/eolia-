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6"/>
  </p:notesMasterIdLst>
  <p:sldIdLst>
    <p:sldId id="956" r:id="rId2"/>
    <p:sldId id="996" r:id="rId3"/>
    <p:sldId id="997" r:id="rId4"/>
    <p:sldId id="998" r:id="rId5"/>
  </p:sldIdLst>
  <p:sldSz cx="12192000" cy="6858000"/>
  <p:notesSz cx="6858000" cy="9144000"/>
  <p:embeddedFontLst>
    <p:embeddedFont>
      <p:font typeface="Century Gothic" panose="020B0502020202020204" pitchFamily="34" charset="0"/>
      <p:regular r:id="rId7"/>
      <p:bold r:id="rId8"/>
      <p:italic r:id="rId9"/>
      <p:boldItalic r:id="rId10"/>
    </p:embeddedFont>
    <p:embeddedFont>
      <p:font typeface="Open Sans" panose="020B0606030504020204" pitchFamily="34" charset="0"/>
      <p:regular r:id="rId11"/>
      <p:bold r:id="rId12"/>
      <p:italic r:id="rId13"/>
      <p:boldItalic r:id="rId14"/>
    </p:embeddedFont>
    <p:embeddedFont>
      <p:font typeface="Work Sans ExtraBold" pitchFamily="2" charset="0"/>
      <p:bold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4" roundtripDataSignature="AMtx7miGtjL0wmMrzCC6PTFiQbWrYYFL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9FC5"/>
    <a:srgbClr val="00A6EC"/>
    <a:srgbClr val="F5645F"/>
    <a:srgbClr val="1E4961"/>
    <a:srgbClr val="F4B1A9"/>
    <a:srgbClr val="8DDBAF"/>
    <a:srgbClr val="B7E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13E430-AD67-4F92-8172-380191E8C340}">
  <a:tblStyle styleId="{6513E430-AD67-4F92-8172-380191E8C340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160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72" y="5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2.xml"/><Relationship Id="rId76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7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7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28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Encabezado de secció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5876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40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Contenido con títul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338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3695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0865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3081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ransi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7A12-170D-48A2-A2F8-BFC1F708F15D}" type="datetimeFigureOut">
              <a:rPr lang="es-MX" smtClean="0"/>
              <a:t>17/11/2025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6A0B-FE4B-4423-A0B8-C51077A05FC6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1952625"/>
            <a:ext cx="10515600" cy="2927350"/>
          </a:xfrm>
        </p:spPr>
        <p:txBody>
          <a:bodyPr>
            <a:normAutofit/>
          </a:bodyPr>
          <a:lstStyle>
            <a:lvl1pPr>
              <a:defRPr sz="4800" b="1">
                <a:solidFill>
                  <a:srgbClr val="1E496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s-ES" dirty="0"/>
              <a:t>INGRESA TEXTO O FRASE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81846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s://www.instagram.com/innovareshoy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hyperlink" Target="https://www.instagram.com/ariel.matus/" TargetMode="External"/><Relationship Id="rId5" Type="http://schemas.openxmlformats.org/officeDocument/2006/relationships/slideLayout" Target="../slideLayouts/slideLayout5.xml"/><Relationship Id="rId10" Type="http://schemas.openxmlformats.org/officeDocument/2006/relationships/hyperlink" Target="https://www.linkedin.com/in/arielmatus/" TargetMode="Externa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9FC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s-CL"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s-CL"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2" name="Google Shape;18;p5">
            <a:extLst>
              <a:ext uri="{FF2B5EF4-FFF2-40B4-BE49-F238E27FC236}">
                <a16:creationId xmlns:a16="http://schemas.microsoft.com/office/drawing/2014/main" id="{E542E8D9-A901-19EB-77D0-594B4C1990A1}"/>
              </a:ext>
            </a:extLst>
          </p:cNvPr>
          <p:cNvSpPr txBox="1"/>
          <p:nvPr userDrawn="1"/>
        </p:nvSpPr>
        <p:spPr>
          <a:xfrm>
            <a:off x="838200" y="6284191"/>
            <a:ext cx="10162309" cy="47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r>
              <a:rPr lang="es-CL" sz="1700" b="0" i="0" u="none" strike="noStrike" cap="none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Century Gothic"/>
              </a:rPr>
              <a:t>SESIÓN 5: PRESENTACIÓN EFECTIVA | RELATOR: ARIEL MATUS A. | 19 noviembre 2025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r>
              <a:rPr lang="es-CL" sz="1600" b="0" i="0" u="none" strike="noStrike" cap="none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Century Gothic"/>
              </a:rPr>
              <a:t>Despega USACH 2025 | LinkedIn: </a:t>
            </a:r>
            <a:r>
              <a:rPr lang="es-CL" sz="1600" b="0" i="0" u="none" strike="noStrike" cap="none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Century Gothic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arielmatus</a:t>
            </a:r>
            <a:r>
              <a:rPr lang="es-CL" sz="1600" b="0" i="0" u="none" strike="noStrike" cap="none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Century Gothic"/>
              </a:rPr>
              <a:t> | Instagram: </a:t>
            </a:r>
            <a:r>
              <a:rPr lang="es-CL" sz="1600" b="0" i="0" u="none" strike="noStrike" cap="none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Century Gothic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@ariel.matus</a:t>
            </a:r>
            <a:r>
              <a:rPr lang="es-CL" sz="1600" b="0" i="0" u="none" strike="noStrike" cap="none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Century Gothic"/>
              </a:rPr>
              <a:t> </a:t>
            </a:r>
            <a:r>
              <a:rPr lang="es-CL" sz="1600" b="0" i="0" u="none" strike="noStrike" cap="none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Century Gothic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@innovareshoy</a:t>
            </a:r>
            <a:endParaRPr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3" name="Google Shape;278;p34">
            <a:extLst>
              <a:ext uri="{FF2B5EF4-FFF2-40B4-BE49-F238E27FC236}">
                <a16:creationId xmlns:a16="http://schemas.microsoft.com/office/drawing/2014/main" id="{526CA447-9848-9DA0-312B-ED12F490A66B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00509" y="6284191"/>
            <a:ext cx="1126336" cy="5108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29287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60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DBBA8619-3EB2-F541-971A-6B8AB34A9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10" name="Google Shape;60;p14">
            <a:extLst>
              <a:ext uri="{FF2B5EF4-FFF2-40B4-BE49-F238E27FC236}">
                <a16:creationId xmlns:a16="http://schemas.microsoft.com/office/drawing/2014/main" id="{76AB3ACC-00B8-F892-4A25-725E9EBD7488}"/>
              </a:ext>
            </a:extLst>
          </p:cNvPr>
          <p:cNvSpPr txBox="1"/>
          <p:nvPr/>
        </p:nvSpPr>
        <p:spPr>
          <a:xfrm>
            <a:off x="353349" y="2524799"/>
            <a:ext cx="3996815" cy="18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bg1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Equipo: …………………..</a:t>
            </a:r>
            <a:endParaRPr lang="es" sz="2000" dirty="0">
              <a:solidFill>
                <a:schemeClr val="bg1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bg1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Integrantes:</a:t>
            </a: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AutoNum type="arabicParenR"/>
            </a:pPr>
            <a:r>
              <a:rPr lang="es-CL" sz="2000" dirty="0">
                <a:solidFill>
                  <a:schemeClr val="bg1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…………</a:t>
            </a: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AutoNum type="arabicParenR"/>
            </a:pPr>
            <a:r>
              <a:rPr lang="es-CL" sz="2000" dirty="0">
                <a:solidFill>
                  <a:schemeClr val="bg1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…………</a:t>
            </a: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AutoNum type="arabicParenR"/>
            </a:pPr>
            <a:r>
              <a:rPr lang="es-CL" sz="2000" dirty="0">
                <a:solidFill>
                  <a:schemeClr val="bg1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…………</a:t>
            </a:r>
          </a:p>
        </p:txBody>
      </p:sp>
    </p:spTree>
    <p:extLst>
      <p:ext uri="{BB962C8B-B14F-4D97-AF65-F5344CB8AC3E}">
        <p14:creationId xmlns:p14="http://schemas.microsoft.com/office/powerpoint/2010/main" val="4022643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BB0753C-8B10-9750-D941-0A820D24D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642566"/>
              </p:ext>
            </p:extLst>
          </p:nvPr>
        </p:nvGraphicFramePr>
        <p:xfrm>
          <a:off x="92555" y="82263"/>
          <a:ext cx="11981681" cy="61178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93894">
                  <a:extLst>
                    <a:ext uri="{9D8B030D-6E8A-4147-A177-3AD203B41FA5}">
                      <a16:colId xmlns:a16="http://schemas.microsoft.com/office/drawing/2014/main" val="4203074443"/>
                    </a:ext>
                  </a:extLst>
                </a:gridCol>
                <a:gridCol w="3993893">
                  <a:extLst>
                    <a:ext uri="{9D8B030D-6E8A-4147-A177-3AD203B41FA5}">
                      <a16:colId xmlns:a16="http://schemas.microsoft.com/office/drawing/2014/main" val="1758144999"/>
                    </a:ext>
                  </a:extLst>
                </a:gridCol>
                <a:gridCol w="3993894">
                  <a:extLst>
                    <a:ext uri="{9D8B030D-6E8A-4147-A177-3AD203B41FA5}">
                      <a16:colId xmlns:a16="http://schemas.microsoft.com/office/drawing/2014/main" val="867381790"/>
                    </a:ext>
                  </a:extLst>
                </a:gridCol>
              </a:tblGrid>
              <a:tr h="163285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E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Presentación Personal y del Proyecto:</a:t>
                      </a:r>
                    </a:p>
                  </a:txBody>
                  <a:tcPr marL="7477" marR="7477" marT="7477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863321"/>
                  </a:ext>
                </a:extLst>
              </a:tr>
              <a:tr h="126745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¡Hola! Mi nombre es … y les quiero presentar el proyecto …</a:t>
                      </a:r>
                    </a:p>
                  </a:txBody>
                  <a:tcPr marL="7477" marR="7477" marT="7477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45836"/>
                  </a:ext>
                </a:extLst>
              </a:tr>
              <a:tr h="163285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CL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1. Segmento de Mercado (Breve)</a:t>
                      </a:r>
                    </a:p>
                  </a:txBody>
                  <a:tcPr marL="7477" marR="7477" marT="7477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914570"/>
                  </a:ext>
                </a:extLst>
              </a:tr>
              <a:tr h="540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Este proyectos se dirige a la …</a:t>
                      </a:r>
                    </a:p>
                  </a:txBody>
                  <a:tcPr marL="7477" marR="7477" marT="7477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509619"/>
                  </a:ext>
                </a:extLst>
              </a:tr>
              <a:tr h="163285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2. Dolores (Problemáticas) #1</a:t>
                      </a:r>
                    </a:p>
                  </a:txBody>
                  <a:tcPr marL="7477" marR="7477" marT="7477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2. Dolores (Problemáticas) #2</a:t>
                      </a:r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2. Dolores (Problemáticas) #2</a:t>
                      </a:r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259623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l" rtl="0" fontAlgn="ctr"/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971801"/>
                  </a:ext>
                </a:extLst>
              </a:tr>
              <a:tr h="163285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CL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3. Disponibles (Analgésicos) </a:t>
                      </a:r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748416"/>
                  </a:ext>
                </a:extLst>
              </a:tr>
              <a:tr h="936000">
                <a:tc gridSpan="3">
                  <a:txBody>
                    <a:bodyPr/>
                    <a:lstStyle/>
                    <a:p>
                      <a:pPr algn="l" rtl="0" fontAlgn="ctr"/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357775"/>
                  </a:ext>
                </a:extLst>
              </a:tr>
              <a:tr h="164532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4. Propuesta de Valor #1</a:t>
                      </a:r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4. Propuesta de Valor #2</a:t>
                      </a:r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4. Propuesta de Valor #3</a:t>
                      </a:r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797701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l" rtl="0" fontAlgn="ctr"/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741500"/>
                  </a:ext>
                </a:extLst>
              </a:tr>
              <a:tr h="163285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s-CL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5. Proyecto/Producto/Servicio</a:t>
                      </a:r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750505"/>
                  </a:ext>
                </a:extLst>
              </a:tr>
              <a:tr h="936000">
                <a:tc gridSpan="3">
                  <a:txBody>
                    <a:bodyPr/>
                    <a:lstStyle/>
                    <a:p>
                      <a:pPr algn="l" rtl="0" fontAlgn="ctr"/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877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00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A533DE8-5722-BE19-F25F-6FBAA204B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466941"/>
              </p:ext>
            </p:extLst>
          </p:nvPr>
        </p:nvGraphicFramePr>
        <p:xfrm>
          <a:off x="134119" y="134216"/>
          <a:ext cx="11908945" cy="39025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08945">
                  <a:extLst>
                    <a:ext uri="{9D8B030D-6E8A-4147-A177-3AD203B41FA5}">
                      <a16:colId xmlns:a16="http://schemas.microsoft.com/office/drawing/2014/main" val="42030744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6. Estado Actual</a:t>
                      </a:r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/>
                </a:tc>
                <a:extLst>
                  <a:ext uri="{0D108BD9-81ED-4DB2-BD59-A6C34878D82A}">
                    <a16:rowId xmlns:a16="http://schemas.microsoft.com/office/drawing/2014/main" val="2064446806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l" rtl="0" fontAlgn="ctr"/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556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7. Equipo</a:t>
                      </a:r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/>
                </a:tc>
                <a:extLst>
                  <a:ext uri="{0D108BD9-81ED-4DB2-BD59-A6C34878D82A}">
                    <a16:rowId xmlns:a16="http://schemas.microsoft.com/office/drawing/2014/main" val="227257945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l" rtl="0" fontAlgn="ctr"/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5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r>
                        <a:rPr lang="es-CL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8. Cierre</a:t>
                      </a:r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/>
                </a:tc>
                <a:extLst>
                  <a:ext uri="{0D108BD9-81ED-4DB2-BD59-A6C34878D82A}">
                    <a16:rowId xmlns:a16="http://schemas.microsoft.com/office/drawing/2014/main" val="768543048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l" rtl="0" fontAlgn="ctr"/>
                      <a:endParaRPr lang="es-CL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477" marR="7477" marT="7477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757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235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3C22-928C-65DE-458E-63CD1CF1D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E3A2D9FB-4D83-39CD-A6DC-5696E2AD0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4825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111</Words>
  <Application>Microsoft Office PowerPoint</Application>
  <PresentationFormat>Panorámica</PresentationFormat>
  <Paragraphs>20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Work Sans ExtraBold</vt:lpstr>
      <vt:lpstr>Calibri</vt:lpstr>
      <vt:lpstr>Arial</vt:lpstr>
      <vt:lpstr>Open Sans</vt:lpstr>
      <vt:lpstr>Century Gothic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USACH</dc:creator>
  <cp:lastModifiedBy>Ariel Matus</cp:lastModifiedBy>
  <cp:revision>20</cp:revision>
  <cp:lastPrinted>2023-10-30T13:31:32Z</cp:lastPrinted>
  <dcterms:created xsi:type="dcterms:W3CDTF">2021-07-12T20:48:53Z</dcterms:created>
  <dcterms:modified xsi:type="dcterms:W3CDTF">2025-11-17T21:28:01Z</dcterms:modified>
</cp:coreProperties>
</file>